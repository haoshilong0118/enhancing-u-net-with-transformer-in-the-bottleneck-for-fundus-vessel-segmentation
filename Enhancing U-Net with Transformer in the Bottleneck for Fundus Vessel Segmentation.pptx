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11"/>
  </p:notesMasterIdLst>
  <p:sldIdLst>
    <p:sldId id="257" r:id="rId5"/>
    <p:sldId id="258" r:id="rId6"/>
    <p:sldId id="260" r:id="rId7"/>
    <p:sldId id="261" r:id="rId8"/>
    <p:sldId id="262" r:id="rId9"/>
    <p:sldId id="263" r:id="rId10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11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1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image" Target="../media/image4.jpeg"/><Relationship Id="rId20" Type="http://schemas.openxmlformats.org/officeDocument/2006/relationships/tags" Target="../tags/tag56.xml"/><Relationship Id="rId2" Type="http://schemas.openxmlformats.org/officeDocument/2006/relationships/tags" Target="../tags/tag39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image" Target="../media/image5.jpeg"/><Relationship Id="rId22" Type="http://schemas.openxmlformats.org/officeDocument/2006/relationships/tags" Target="../tags/tag104.xml"/><Relationship Id="rId21" Type="http://schemas.openxmlformats.org/officeDocument/2006/relationships/tags" Target="../tags/tag103.xml"/><Relationship Id="rId20" Type="http://schemas.openxmlformats.org/officeDocument/2006/relationships/tags" Target="../tags/tag102.xml"/><Relationship Id="rId2" Type="http://schemas.openxmlformats.org/officeDocument/2006/relationships/tags" Target="../tags/tag87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4" Type="http://schemas.openxmlformats.org/officeDocument/2006/relationships/tags" Target="../tags/tag137.xml"/><Relationship Id="rId23" Type="http://schemas.openxmlformats.org/officeDocument/2006/relationships/tags" Target="../tags/tag136.xml"/><Relationship Id="rId22" Type="http://schemas.openxmlformats.org/officeDocument/2006/relationships/tags" Target="../tags/tag135.xml"/><Relationship Id="rId21" Type="http://schemas.openxmlformats.org/officeDocument/2006/relationships/tags" Target="../tags/tag134.xml"/><Relationship Id="rId20" Type="http://schemas.openxmlformats.org/officeDocument/2006/relationships/tags" Target="../tags/tag133.xml"/><Relationship Id="rId2" Type="http://schemas.openxmlformats.org/officeDocument/2006/relationships/tags" Target="../tags/tag115.xml"/><Relationship Id="rId19" Type="http://schemas.openxmlformats.org/officeDocument/2006/relationships/tags" Target="../tags/tag132.xml"/><Relationship Id="rId18" Type="http://schemas.openxmlformats.org/officeDocument/2006/relationships/tags" Target="../tags/tag131.xml"/><Relationship Id="rId17" Type="http://schemas.openxmlformats.org/officeDocument/2006/relationships/tags" Target="../tags/tag130.xml"/><Relationship Id="rId16" Type="http://schemas.openxmlformats.org/officeDocument/2006/relationships/tags" Target="../tags/tag129.xml"/><Relationship Id="rId15" Type="http://schemas.openxmlformats.org/officeDocument/2006/relationships/tags" Target="../tags/tag128.xml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4" Type="http://schemas.openxmlformats.org/officeDocument/2006/relationships/tags" Target="../tags/tag155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4" Type="http://schemas.openxmlformats.org/officeDocument/2006/relationships/tags" Target="../tags/tag168.xml"/><Relationship Id="rId13" Type="http://schemas.openxmlformats.org/officeDocument/2006/relationships/tags" Target="../tags/tag167.xml"/><Relationship Id="rId12" Type="http://schemas.openxmlformats.org/officeDocument/2006/relationships/tags" Target="../tags/tag166.xml"/><Relationship Id="rId11" Type="http://schemas.openxmlformats.org/officeDocument/2006/relationships/tags" Target="../tags/tag165.xml"/><Relationship Id="rId10" Type="http://schemas.openxmlformats.org/officeDocument/2006/relationships/tags" Target="../tags/tag1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82.xml"/><Relationship Id="rId8" Type="http://schemas.openxmlformats.org/officeDocument/2006/relationships/tags" Target="../tags/tag181.xml"/><Relationship Id="rId7" Type="http://schemas.openxmlformats.org/officeDocument/2006/relationships/tags" Target="../tags/tag180.xml"/><Relationship Id="rId6" Type="http://schemas.openxmlformats.org/officeDocument/2006/relationships/tags" Target="../tags/tag179.xml"/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tags" Target="../tags/tag205.xml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4" Type="http://schemas.openxmlformats.org/officeDocument/2006/relationships/tags" Target="../tags/tag221.xml"/><Relationship Id="rId23" Type="http://schemas.openxmlformats.org/officeDocument/2006/relationships/tags" Target="../tags/tag220.xml"/><Relationship Id="rId22" Type="http://schemas.openxmlformats.org/officeDocument/2006/relationships/tags" Target="../tags/tag219.xml"/><Relationship Id="rId21" Type="http://schemas.openxmlformats.org/officeDocument/2006/relationships/tags" Target="../tags/tag218.xml"/><Relationship Id="rId20" Type="http://schemas.openxmlformats.org/officeDocument/2006/relationships/tags" Target="../tags/tag217.xml"/><Relationship Id="rId2" Type="http://schemas.openxmlformats.org/officeDocument/2006/relationships/tags" Target="../tags/tag199.xml"/><Relationship Id="rId19" Type="http://schemas.openxmlformats.org/officeDocument/2006/relationships/tags" Target="../tags/tag216.xml"/><Relationship Id="rId18" Type="http://schemas.openxmlformats.org/officeDocument/2006/relationships/tags" Target="../tags/tag215.xml"/><Relationship Id="rId17" Type="http://schemas.openxmlformats.org/officeDocument/2006/relationships/tags" Target="../tags/tag214.xml"/><Relationship Id="rId16" Type="http://schemas.openxmlformats.org/officeDocument/2006/relationships/tags" Target="../tags/tag213.xml"/><Relationship Id="rId15" Type="http://schemas.openxmlformats.org/officeDocument/2006/relationships/tags" Target="../tags/tag212.xml"/><Relationship Id="rId14" Type="http://schemas.openxmlformats.org/officeDocument/2006/relationships/tags" Target="../tags/tag211.xml"/><Relationship Id="rId13" Type="http://schemas.openxmlformats.org/officeDocument/2006/relationships/tags" Target="../tags/tag210.xml"/><Relationship Id="rId12" Type="http://schemas.openxmlformats.org/officeDocument/2006/relationships/tags" Target="../tags/tag209.xml"/><Relationship Id="rId11" Type="http://schemas.openxmlformats.org/officeDocument/2006/relationships/tags" Target="../tags/tag208.xml"/><Relationship Id="rId10" Type="http://schemas.openxmlformats.org/officeDocument/2006/relationships/tags" Target="../tags/tag20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37.xml"/><Relationship Id="rId8" Type="http://schemas.openxmlformats.org/officeDocument/2006/relationships/tags" Target="../tags/tag236.xml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6" Type="http://schemas.openxmlformats.org/officeDocument/2006/relationships/tags" Target="../tags/tag244.xml"/><Relationship Id="rId15" Type="http://schemas.openxmlformats.org/officeDocument/2006/relationships/tags" Target="../tags/tag243.xml"/><Relationship Id="rId14" Type="http://schemas.openxmlformats.org/officeDocument/2006/relationships/tags" Target="../tags/tag242.xml"/><Relationship Id="rId13" Type="http://schemas.openxmlformats.org/officeDocument/2006/relationships/tags" Target="../tags/tag241.xml"/><Relationship Id="rId12" Type="http://schemas.openxmlformats.org/officeDocument/2006/relationships/tags" Target="../tags/tag240.xml"/><Relationship Id="rId11" Type="http://schemas.openxmlformats.org/officeDocument/2006/relationships/tags" Target="../tags/tag239.xml"/><Relationship Id="rId10" Type="http://schemas.openxmlformats.org/officeDocument/2006/relationships/tags" Target="../tags/tag238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15" Type="http://schemas.openxmlformats.org/officeDocument/2006/relationships/tags" Target="../tags/tag273.xml"/><Relationship Id="rId14" Type="http://schemas.openxmlformats.org/officeDocument/2006/relationships/tags" Target="../tags/tag272.xml"/><Relationship Id="rId13" Type="http://schemas.openxmlformats.org/officeDocument/2006/relationships/tags" Target="../tags/tag271.xml"/><Relationship Id="rId12" Type="http://schemas.openxmlformats.org/officeDocument/2006/relationships/tags" Target="../tags/tag270.xml"/><Relationship Id="rId11" Type="http://schemas.openxmlformats.org/officeDocument/2006/relationships/tags" Target="../tags/tag269.xml"/><Relationship Id="rId10" Type="http://schemas.openxmlformats.org/officeDocument/2006/relationships/tags" Target="../tags/tag268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280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88.xml"/><Relationship Id="rId8" Type="http://schemas.openxmlformats.org/officeDocument/2006/relationships/tags" Target="../tags/tag287.xml"/><Relationship Id="rId7" Type="http://schemas.openxmlformats.org/officeDocument/2006/relationships/tags" Target="../tags/tag286.xml"/><Relationship Id="rId6" Type="http://schemas.openxmlformats.org/officeDocument/2006/relationships/tags" Target="../tags/tag285.xml"/><Relationship Id="rId5" Type="http://schemas.openxmlformats.org/officeDocument/2006/relationships/tags" Target="../tags/tag284.xml"/><Relationship Id="rId4" Type="http://schemas.openxmlformats.org/officeDocument/2006/relationships/tags" Target="../tags/tag283.xml"/><Relationship Id="rId3" Type="http://schemas.openxmlformats.org/officeDocument/2006/relationships/tags" Target="../tags/tag282.xml"/><Relationship Id="rId2" Type="http://schemas.openxmlformats.org/officeDocument/2006/relationships/tags" Target="../tags/tag281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292.xml"/><Relationship Id="rId4" Type="http://schemas.openxmlformats.org/officeDocument/2006/relationships/tags" Target="../tags/tag291.xml"/><Relationship Id="rId3" Type="http://schemas.openxmlformats.org/officeDocument/2006/relationships/tags" Target="../tags/tag290.xml"/><Relationship Id="rId2" Type="http://schemas.openxmlformats.org/officeDocument/2006/relationships/tags" Target="../tags/tag289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295.xml"/><Relationship Id="rId3" Type="http://schemas.openxmlformats.org/officeDocument/2006/relationships/tags" Target="../tags/tag294.xml"/><Relationship Id="rId2" Type="http://schemas.openxmlformats.org/officeDocument/2006/relationships/tags" Target="../tags/tag293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299.xml"/><Relationship Id="rId4" Type="http://schemas.openxmlformats.org/officeDocument/2006/relationships/tags" Target="../tags/tag298.xml"/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304.xml"/><Relationship Id="rId5" Type="http://schemas.openxmlformats.org/officeDocument/2006/relationships/tags" Target="../tags/tag303.xml"/><Relationship Id="rId4" Type="http://schemas.openxmlformats.org/officeDocument/2006/relationships/tags" Target="../tags/tag302.xml"/><Relationship Id="rId3" Type="http://schemas.openxmlformats.org/officeDocument/2006/relationships/tags" Target="../tags/tag301.xml"/><Relationship Id="rId2" Type="http://schemas.openxmlformats.org/officeDocument/2006/relationships/tags" Target="../tags/tag300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312.xml"/><Relationship Id="rId8" Type="http://schemas.openxmlformats.org/officeDocument/2006/relationships/tags" Target="../tags/tag311.xml"/><Relationship Id="rId7" Type="http://schemas.openxmlformats.org/officeDocument/2006/relationships/tags" Target="../tags/tag310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6" Type="http://schemas.openxmlformats.org/officeDocument/2006/relationships/tags" Target="../tags/tag319.xml"/><Relationship Id="rId15" Type="http://schemas.openxmlformats.org/officeDocument/2006/relationships/tags" Target="../tags/tag318.xml"/><Relationship Id="rId14" Type="http://schemas.openxmlformats.org/officeDocument/2006/relationships/tags" Target="../tags/tag317.xml"/><Relationship Id="rId13" Type="http://schemas.openxmlformats.org/officeDocument/2006/relationships/tags" Target="../tags/tag316.xml"/><Relationship Id="rId12" Type="http://schemas.openxmlformats.org/officeDocument/2006/relationships/tags" Target="../tags/tag315.xml"/><Relationship Id="rId11" Type="http://schemas.openxmlformats.org/officeDocument/2006/relationships/tags" Target="../tags/tag314.xml"/><Relationship Id="rId10" Type="http://schemas.openxmlformats.org/officeDocument/2006/relationships/tags" Target="../tags/tag313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/>
          <p:cNvPicPr/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85950" y="0"/>
            <a:ext cx="10306050" cy="6858635"/>
          </a:xfrm>
          <a:prstGeom prst="rect">
            <a:avLst/>
          </a:prstGeom>
        </p:spPr>
      </p:pic>
      <p:sp>
        <p:nvSpPr>
          <p:cNvPr id="36" name="矩形 35"/>
          <p:cNvSpPr/>
          <p:nvPr userDrawn="1">
            <p:custDataLst>
              <p:tags r:id="rId4"/>
            </p:custDataLst>
          </p:nvPr>
        </p:nvSpPr>
        <p:spPr>
          <a:xfrm>
            <a:off x="0" y="-8255"/>
            <a:ext cx="12192000" cy="6866255"/>
          </a:xfrm>
          <a:prstGeom prst="rect">
            <a:avLst/>
          </a:prstGeom>
          <a:gradFill flip="none" rotWithShape="1">
            <a:gsLst>
              <a:gs pos="74000">
                <a:schemeClr val="accent1"/>
              </a:gs>
              <a:gs pos="0">
                <a:schemeClr val="accent2">
                  <a:alpha val="18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微软雅黑" panose="020B0503020204020204" charset="-122"/>
              <a:sym typeface="+mn-ea"/>
            </a:endParaRPr>
          </a:p>
        </p:txBody>
      </p:sp>
      <p:sp>
        <p:nvSpPr>
          <p:cNvPr id="23" name="任意多边形 22"/>
          <p:cNvSpPr/>
          <p:nvPr userDrawn="1">
            <p:custDataLst>
              <p:tags r:id="rId5"/>
            </p:custDataLst>
          </p:nvPr>
        </p:nvSpPr>
        <p:spPr>
          <a:xfrm>
            <a:off x="7173595" y="0"/>
            <a:ext cx="5018405" cy="685799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03" h="10800">
                <a:moveTo>
                  <a:pt x="0" y="0"/>
                </a:moveTo>
                <a:lnTo>
                  <a:pt x="7903" y="0"/>
                </a:lnTo>
                <a:lnTo>
                  <a:pt x="7903" y="10800"/>
                </a:lnTo>
                <a:lnTo>
                  <a:pt x="2534" y="10800"/>
                </a:lnTo>
                <a:lnTo>
                  <a:pt x="2565" y="10750"/>
                </a:lnTo>
                <a:cubicBezTo>
                  <a:pt x="3287" y="9561"/>
                  <a:pt x="3703" y="8166"/>
                  <a:pt x="3703" y="6673"/>
                </a:cubicBezTo>
                <a:cubicBezTo>
                  <a:pt x="3703" y="3891"/>
                  <a:pt x="2258" y="1447"/>
                  <a:pt x="79" y="5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7" name="任意多边形 6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891567" cy="2142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79" h="3373">
                <a:moveTo>
                  <a:pt x="0" y="0"/>
                </a:moveTo>
                <a:lnTo>
                  <a:pt x="2979" y="0"/>
                </a:lnTo>
                <a:lnTo>
                  <a:pt x="2900" y="50"/>
                </a:lnTo>
                <a:cubicBezTo>
                  <a:pt x="1651" y="851"/>
                  <a:pt x="643" y="1996"/>
                  <a:pt x="10" y="3351"/>
                </a:cubicBezTo>
                <a:lnTo>
                  <a:pt x="0" y="33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9" name="矩形: 圆角 28"/>
          <p:cNvSpPr/>
          <p:nvPr userDrawn="1">
            <p:custDataLst>
              <p:tags r:id="rId7"/>
            </p:custDataLst>
          </p:nvPr>
        </p:nvSpPr>
        <p:spPr>
          <a:xfrm>
            <a:off x="1054100" y="4624668"/>
            <a:ext cx="1889646" cy="54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2800" b="1" dirty="0"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pic>
        <p:nvPicPr>
          <p:cNvPr id="30" name="图形 29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700000">
            <a:off x="1360596" y="4813301"/>
            <a:ext cx="162734" cy="162734"/>
          </a:xfrm>
          <a:prstGeom prst="rect">
            <a:avLst/>
          </a:prstGeom>
        </p:spPr>
      </p:pic>
      <p:sp>
        <p:nvSpPr>
          <p:cNvPr id="41" name="矩形 40"/>
          <p:cNvSpPr/>
          <p:nvPr userDrawn="1">
            <p:custDataLst>
              <p:tags r:id="rId11"/>
            </p:custDataLst>
          </p:nvPr>
        </p:nvSpPr>
        <p:spPr>
          <a:xfrm rot="10800000">
            <a:off x="0" y="6489065"/>
            <a:ext cx="12192000" cy="368935"/>
          </a:xfrm>
          <a:prstGeom prst="rect">
            <a:avLst/>
          </a:prstGeom>
          <a:gradFill flip="none" rotWithShape="1">
            <a:gsLst>
              <a:gs pos="74000">
                <a:schemeClr val="accent1">
                  <a:lumMod val="80000"/>
                  <a:lumOff val="20000"/>
                </a:schemeClr>
              </a:gs>
              <a:gs pos="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1713688" y="4624668"/>
            <a:ext cx="2880000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noFill/>
          </a:ln>
          <a:effectLst>
            <a:outerShdw blurRad="101600" dist="101600" dir="2700000" algn="tl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1600" b="1" dirty="0">
                <a:solidFill>
                  <a:schemeClr val="accent1"/>
                </a:solidFill>
                <a:latin typeface="+mn-ea"/>
                <a:ea typeface="+mn-ea"/>
                <a:cs typeface="微软雅黑" panose="020B0503020204020204" charset="-122"/>
              </a:defRPr>
            </a:lvl1pPr>
          </a:lstStyle>
          <a:p>
            <a:pPr marL="0" lvl="0" algn="ctr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3" name="任意多边形 12"/>
          <p:cNvSpPr/>
          <p:nvPr userDrawn="1">
            <p:custDataLst>
              <p:tags r:id="rId16"/>
            </p:custDataLst>
          </p:nvPr>
        </p:nvSpPr>
        <p:spPr>
          <a:xfrm>
            <a:off x="9484886" y="0"/>
            <a:ext cx="2115929" cy="6837002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332" h="10767">
                <a:moveTo>
                  <a:pt x="0" y="0"/>
                </a:moveTo>
                <a:lnTo>
                  <a:pt x="1065" y="0"/>
                </a:lnTo>
                <a:lnTo>
                  <a:pt x="1077" y="16"/>
                </a:lnTo>
                <a:cubicBezTo>
                  <a:pt x="2492" y="1861"/>
                  <a:pt x="3332" y="4169"/>
                  <a:pt x="3332" y="6673"/>
                </a:cubicBezTo>
                <a:cubicBezTo>
                  <a:pt x="3332" y="8091"/>
                  <a:pt x="3063" y="9445"/>
                  <a:pt x="2573" y="10688"/>
                </a:cubicBezTo>
                <a:lnTo>
                  <a:pt x="2541" y="10767"/>
                </a:lnTo>
                <a:lnTo>
                  <a:pt x="1647" y="10767"/>
                </a:lnTo>
                <a:lnTo>
                  <a:pt x="1665" y="10729"/>
                </a:lnTo>
                <a:cubicBezTo>
                  <a:pt x="2208" y="9487"/>
                  <a:pt x="2509" y="8115"/>
                  <a:pt x="2509" y="6673"/>
                </a:cubicBezTo>
                <a:cubicBezTo>
                  <a:pt x="2509" y="4138"/>
                  <a:pt x="1578" y="1821"/>
                  <a:pt x="39" y="45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7" name="图形 3"/>
          <p:cNvSpPr/>
          <p:nvPr userDrawn="1">
            <p:custDataLst>
              <p:tags r:id="rId17"/>
            </p:custDataLst>
          </p:nvPr>
        </p:nvSpPr>
        <p:spPr>
          <a:xfrm rot="16200000">
            <a:off x="676275" y="1317625"/>
            <a:ext cx="496570" cy="497205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/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8" name="图形 3"/>
          <p:cNvSpPr/>
          <p:nvPr userDrawn="1">
            <p:custDataLst>
              <p:tags r:id="rId18"/>
            </p:custDataLst>
          </p:nvPr>
        </p:nvSpPr>
        <p:spPr>
          <a:xfrm rot="16200000">
            <a:off x="416560" y="1654810"/>
            <a:ext cx="160020" cy="16002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46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9" name="图形 3"/>
          <p:cNvSpPr/>
          <p:nvPr userDrawn="1">
            <p:custDataLst>
              <p:tags r:id="rId19"/>
            </p:custDataLst>
          </p:nvPr>
        </p:nvSpPr>
        <p:spPr>
          <a:xfrm rot="16200000">
            <a:off x="581660" y="936625"/>
            <a:ext cx="173990" cy="17399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6" name="图形 3"/>
          <p:cNvSpPr/>
          <p:nvPr userDrawn="1">
            <p:custDataLst>
              <p:tags r:id="rId20"/>
            </p:custDataLst>
          </p:nvPr>
        </p:nvSpPr>
        <p:spPr>
          <a:xfrm rot="16200000">
            <a:off x="11174095" y="715010"/>
            <a:ext cx="496570" cy="497205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/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7" name="图形 3"/>
          <p:cNvSpPr/>
          <p:nvPr userDrawn="1">
            <p:custDataLst>
              <p:tags r:id="rId21"/>
            </p:custDataLst>
          </p:nvPr>
        </p:nvSpPr>
        <p:spPr>
          <a:xfrm rot="16200000">
            <a:off x="10560050" y="1082675"/>
            <a:ext cx="297180" cy="29718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46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8" name="图形 3"/>
          <p:cNvSpPr/>
          <p:nvPr userDrawn="1">
            <p:custDataLst>
              <p:tags r:id="rId22"/>
            </p:custDataLst>
          </p:nvPr>
        </p:nvSpPr>
        <p:spPr>
          <a:xfrm rot="16200000">
            <a:off x="11109325" y="472440"/>
            <a:ext cx="173990" cy="17399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5" name="图形 3"/>
          <p:cNvSpPr/>
          <p:nvPr userDrawn="1">
            <p:custDataLst>
              <p:tags r:id="rId23"/>
            </p:custDataLst>
          </p:nvPr>
        </p:nvSpPr>
        <p:spPr>
          <a:xfrm rot="16200000">
            <a:off x="11762740" y="715645"/>
            <a:ext cx="220980" cy="22098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6" name="标题 15"/>
          <p:cNvSpPr>
            <a:spLocks noGrp="1"/>
          </p:cNvSpPr>
          <p:nvPr>
            <p:ph type="ctrTitle"/>
            <p:custDataLst>
              <p:tags r:id="rId24"/>
            </p:custDataLst>
          </p:nvPr>
        </p:nvSpPr>
        <p:spPr>
          <a:xfrm>
            <a:off x="1007745" y="2062480"/>
            <a:ext cx="6523355" cy="2152015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2000" cy="1892935"/>
          </a:xfrm>
          <a:prstGeom prst="rect">
            <a:avLst/>
          </a:prstGeom>
          <a:gradFill>
            <a:gsLst>
              <a:gs pos="95000">
                <a:srgbClr val="FEFEFF">
                  <a:alpha val="100000"/>
                </a:srgbClr>
              </a:gs>
              <a:gs pos="0">
                <a:srgbClr val="E6EFFE">
                  <a:alpha val="100000"/>
                  <a:lumMod val="5000"/>
                  <a:lumOff val="9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6" name="矩形 35"/>
          <p:cNvSpPr/>
          <p:nvPr userDrawn="1">
            <p:custDataLst>
              <p:tags r:id="rId3"/>
            </p:custDataLst>
          </p:nvPr>
        </p:nvSpPr>
        <p:spPr>
          <a:xfrm rot="10800000">
            <a:off x="0" y="635"/>
            <a:ext cx="12192000" cy="6856730"/>
          </a:xfrm>
          <a:prstGeom prst="rect">
            <a:avLst/>
          </a:prstGeom>
          <a:gradFill flip="none" rotWithShape="1">
            <a:gsLst>
              <a:gs pos="74000">
                <a:schemeClr val="accent1"/>
              </a:gs>
              <a:gs pos="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1" name="矩形 30"/>
          <p:cNvSpPr/>
          <p:nvPr userDrawn="1">
            <p:custDataLst>
              <p:tags r:id="rId4"/>
            </p:custDataLst>
          </p:nvPr>
        </p:nvSpPr>
        <p:spPr>
          <a:xfrm>
            <a:off x="0" y="1893811"/>
            <a:ext cx="12192000" cy="4964189"/>
          </a:xfrm>
          <a:prstGeom prst="rect">
            <a:avLst/>
          </a:prstGeom>
          <a:gradFill>
            <a:gsLst>
              <a:gs pos="95000">
                <a:srgbClr val="FEFEFF">
                  <a:alpha val="100000"/>
                </a:srgbClr>
              </a:gs>
              <a:gs pos="0">
                <a:srgbClr val="E6EFFE">
                  <a:alpha val="100000"/>
                  <a:lumMod val="5000"/>
                  <a:lumOff val="9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2" name="矩形 31"/>
          <p:cNvSpPr/>
          <p:nvPr userDrawn="1">
            <p:custDataLst>
              <p:tags r:id="rId5"/>
            </p:custDataLst>
          </p:nvPr>
        </p:nvSpPr>
        <p:spPr>
          <a:xfrm>
            <a:off x="0" y="6585002"/>
            <a:ext cx="12192000" cy="272998"/>
          </a:xfrm>
          <a:prstGeom prst="rect">
            <a:avLst/>
          </a:prstGeom>
          <a:gradFill flip="none" rotWithShape="1">
            <a:gsLst>
              <a:gs pos="74000">
                <a:schemeClr val="accent1">
                  <a:lumMod val="80000"/>
                  <a:lumOff val="20000"/>
                </a:schemeClr>
              </a:gs>
              <a:gs pos="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0" name="任意多边形 19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1202670" cy="6858000"/>
          </a:xfrm>
          <a:custGeom>
            <a:avLst/>
            <a:gdLst>
              <a:gd name="adj" fmla="val 6938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7642" h="10800">
                <a:moveTo>
                  <a:pt x="0" y="7491"/>
                </a:moveTo>
                <a:lnTo>
                  <a:pt x="15" y="7547"/>
                </a:lnTo>
                <a:cubicBezTo>
                  <a:pt x="343" y="8759"/>
                  <a:pt x="938" y="9860"/>
                  <a:pt x="1735" y="10784"/>
                </a:cubicBezTo>
                <a:lnTo>
                  <a:pt x="1748" y="10800"/>
                </a:lnTo>
                <a:lnTo>
                  <a:pt x="65" y="10800"/>
                </a:lnTo>
                <a:lnTo>
                  <a:pt x="36" y="10757"/>
                </a:lnTo>
                <a:lnTo>
                  <a:pt x="0" y="10704"/>
                </a:lnTo>
                <a:lnTo>
                  <a:pt x="0" y="7491"/>
                </a:lnTo>
                <a:close/>
                <a:moveTo>
                  <a:pt x="14327" y="0"/>
                </a:moveTo>
                <a:lnTo>
                  <a:pt x="16002" y="0"/>
                </a:lnTo>
                <a:lnTo>
                  <a:pt x="16063" y="91"/>
                </a:lnTo>
                <a:cubicBezTo>
                  <a:pt x="17061" y="1608"/>
                  <a:pt x="17642" y="3424"/>
                  <a:pt x="17642" y="5376"/>
                </a:cubicBezTo>
                <a:cubicBezTo>
                  <a:pt x="17642" y="7369"/>
                  <a:pt x="17036" y="9221"/>
                  <a:pt x="15998" y="10757"/>
                </a:cubicBezTo>
                <a:lnTo>
                  <a:pt x="15969" y="10800"/>
                </a:lnTo>
                <a:lnTo>
                  <a:pt x="14286" y="10800"/>
                </a:lnTo>
                <a:lnTo>
                  <a:pt x="14350" y="10725"/>
                </a:lnTo>
                <a:cubicBezTo>
                  <a:pt x="15570" y="9282"/>
                  <a:pt x="16306" y="7415"/>
                  <a:pt x="16306" y="5376"/>
                </a:cubicBezTo>
                <a:cubicBezTo>
                  <a:pt x="16306" y="3337"/>
                  <a:pt x="15570" y="1470"/>
                  <a:pt x="14350" y="27"/>
                </a:cubicBezTo>
                <a:lnTo>
                  <a:pt x="14327" y="0"/>
                </a:lnTo>
                <a:close/>
                <a:moveTo>
                  <a:pt x="32" y="0"/>
                </a:moveTo>
                <a:lnTo>
                  <a:pt x="1707" y="0"/>
                </a:lnTo>
                <a:lnTo>
                  <a:pt x="1684" y="27"/>
                </a:lnTo>
                <a:cubicBezTo>
                  <a:pt x="902" y="952"/>
                  <a:pt x="319" y="2050"/>
                  <a:pt x="1" y="3256"/>
                </a:cubicBezTo>
                <a:lnTo>
                  <a:pt x="0" y="3260"/>
                </a:lnTo>
                <a:lnTo>
                  <a:pt x="0" y="48"/>
                </a:lnTo>
                <a:lnTo>
                  <a:pt x="32" y="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6" name="图形 3"/>
          <p:cNvSpPr/>
          <p:nvPr userDrawn="1">
            <p:custDataLst>
              <p:tags r:id="rId7"/>
            </p:custDataLst>
          </p:nvPr>
        </p:nvSpPr>
        <p:spPr>
          <a:xfrm rot="16200000">
            <a:off x="11000105" y="782320"/>
            <a:ext cx="496570" cy="497205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/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8" name="图形 3"/>
          <p:cNvSpPr/>
          <p:nvPr userDrawn="1">
            <p:custDataLst>
              <p:tags r:id="rId8"/>
            </p:custDataLst>
          </p:nvPr>
        </p:nvSpPr>
        <p:spPr>
          <a:xfrm rot="16200000">
            <a:off x="11430635" y="556260"/>
            <a:ext cx="173990" cy="17399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" name="图形 3"/>
          <p:cNvSpPr/>
          <p:nvPr userDrawn="1">
            <p:custDataLst>
              <p:tags r:id="rId9"/>
            </p:custDataLst>
          </p:nvPr>
        </p:nvSpPr>
        <p:spPr>
          <a:xfrm rot="16200000">
            <a:off x="11497310" y="1115060"/>
            <a:ext cx="220980" cy="22098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840105" y="565150"/>
            <a:ext cx="1898650" cy="1081405"/>
          </a:xfrm>
        </p:spPr>
        <p:txBody>
          <a:bodyPr wrap="square" anchor="b">
            <a:norm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" name="矩形 3"/>
          <p:cNvSpPr/>
          <p:nvPr userDrawn="1">
            <p:custDataLst>
              <p:tags r:id="rId11"/>
            </p:custDataLst>
          </p:nvPr>
        </p:nvSpPr>
        <p:spPr>
          <a:xfrm>
            <a:off x="0" y="6593205"/>
            <a:ext cx="12192000" cy="263525"/>
          </a:xfrm>
          <a:prstGeom prst="rect">
            <a:avLst/>
          </a:prstGeom>
          <a:gradFill flip="none" rotWithShape="1">
            <a:gsLst>
              <a:gs pos="74000">
                <a:schemeClr val="accent1">
                  <a:lumMod val="80000"/>
                  <a:lumOff val="20000"/>
                </a:schemeClr>
              </a:gs>
              <a:gs pos="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 descr="7680734_实验室实验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/>
          <a:srcRect/>
          <a:stretch>
            <a:fillRect/>
          </a:stretch>
        </p:blipFill>
        <p:spPr>
          <a:xfrm>
            <a:off x="-635" y="0"/>
            <a:ext cx="1219263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1" h="10800">
                <a:moveTo>
                  <a:pt x="0" y="0"/>
                </a:moveTo>
                <a:lnTo>
                  <a:pt x="19201" y="0"/>
                </a:lnTo>
                <a:lnTo>
                  <a:pt x="1920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任意多边形 6"/>
          <p:cNvSpPr/>
          <p:nvPr userDrawn="1">
            <p:custDataLst>
              <p:tags r:id="rId4"/>
            </p:custDataLst>
          </p:nvPr>
        </p:nvSpPr>
        <p:spPr>
          <a:xfrm>
            <a:off x="-1270" y="0"/>
            <a:ext cx="1219073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767">
                <a:moveTo>
                  <a:pt x="0" y="0"/>
                </a:moveTo>
                <a:lnTo>
                  <a:pt x="19200" y="0"/>
                </a:lnTo>
                <a:lnTo>
                  <a:pt x="19200" y="10767"/>
                </a:lnTo>
                <a:lnTo>
                  <a:pt x="0" y="107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0" name="任意多边形 19"/>
          <p:cNvSpPr/>
          <p:nvPr userDrawn="1">
            <p:custDataLst>
              <p:tags r:id="rId8"/>
            </p:custDataLst>
          </p:nvPr>
        </p:nvSpPr>
        <p:spPr>
          <a:xfrm>
            <a:off x="-635" y="0"/>
            <a:ext cx="12193270" cy="6858000"/>
          </a:xfrm>
          <a:custGeom>
            <a:avLst/>
            <a:gdLst>
              <a:gd name="adj" fmla="val 1232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9202" h="10800">
                <a:moveTo>
                  <a:pt x="14415" y="0"/>
                </a:moveTo>
                <a:lnTo>
                  <a:pt x="17540" y="0"/>
                </a:lnTo>
                <a:lnTo>
                  <a:pt x="17562" y="32"/>
                </a:lnTo>
                <a:cubicBezTo>
                  <a:pt x="18598" y="1564"/>
                  <a:pt x="19202" y="3412"/>
                  <a:pt x="19202" y="5400"/>
                </a:cubicBezTo>
                <a:cubicBezTo>
                  <a:pt x="19202" y="7388"/>
                  <a:pt x="18598" y="9236"/>
                  <a:pt x="17562" y="10768"/>
                </a:cubicBezTo>
                <a:lnTo>
                  <a:pt x="17540" y="10800"/>
                </a:lnTo>
                <a:lnTo>
                  <a:pt x="14415" y="10800"/>
                </a:lnTo>
                <a:lnTo>
                  <a:pt x="14465" y="10755"/>
                </a:lnTo>
                <a:cubicBezTo>
                  <a:pt x="15921" y="9431"/>
                  <a:pt x="16835" y="7522"/>
                  <a:pt x="16835" y="5400"/>
                </a:cubicBezTo>
                <a:cubicBezTo>
                  <a:pt x="16835" y="3278"/>
                  <a:pt x="15921" y="1369"/>
                  <a:pt x="14465" y="45"/>
                </a:cubicBezTo>
                <a:lnTo>
                  <a:pt x="14415" y="0"/>
                </a:lnTo>
                <a:close/>
                <a:moveTo>
                  <a:pt x="1662" y="0"/>
                </a:moveTo>
                <a:lnTo>
                  <a:pt x="4787" y="0"/>
                </a:lnTo>
                <a:lnTo>
                  <a:pt x="4737" y="45"/>
                </a:lnTo>
                <a:cubicBezTo>
                  <a:pt x="3281" y="1369"/>
                  <a:pt x="2367" y="3278"/>
                  <a:pt x="2367" y="5400"/>
                </a:cubicBezTo>
                <a:cubicBezTo>
                  <a:pt x="2367" y="7522"/>
                  <a:pt x="3281" y="9431"/>
                  <a:pt x="4737" y="10755"/>
                </a:cubicBezTo>
                <a:lnTo>
                  <a:pt x="4787" y="10800"/>
                </a:lnTo>
                <a:lnTo>
                  <a:pt x="1662" y="10800"/>
                </a:lnTo>
                <a:lnTo>
                  <a:pt x="1640" y="10768"/>
                </a:lnTo>
                <a:cubicBezTo>
                  <a:pt x="604" y="9236"/>
                  <a:pt x="0" y="7388"/>
                  <a:pt x="0" y="5400"/>
                </a:cubicBezTo>
                <a:cubicBezTo>
                  <a:pt x="0" y="3412"/>
                  <a:pt x="604" y="1564"/>
                  <a:pt x="1640" y="32"/>
                </a:cubicBezTo>
                <a:lnTo>
                  <a:pt x="1662" y="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1" name="矩形 40"/>
          <p:cNvSpPr/>
          <p:nvPr userDrawn="1">
            <p:custDataLst>
              <p:tags r:id="rId9"/>
            </p:custDataLst>
          </p:nvPr>
        </p:nvSpPr>
        <p:spPr>
          <a:xfrm rot="10800000">
            <a:off x="0" y="6489065"/>
            <a:ext cx="12192000" cy="368935"/>
          </a:xfrm>
          <a:prstGeom prst="rect">
            <a:avLst/>
          </a:prstGeom>
          <a:gradFill flip="none" rotWithShape="1">
            <a:gsLst>
              <a:gs pos="74000">
                <a:schemeClr val="accent1">
                  <a:lumMod val="80000"/>
                  <a:lumOff val="20000"/>
                </a:schemeClr>
              </a:gs>
              <a:gs pos="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4" name="椭圆 23"/>
          <p:cNvSpPr/>
          <p:nvPr userDrawn="1">
            <p:custDataLst>
              <p:tags r:id="rId10"/>
            </p:custDataLst>
          </p:nvPr>
        </p:nvSpPr>
        <p:spPr>
          <a:xfrm>
            <a:off x="6042025" y="4709795"/>
            <a:ext cx="107950" cy="1079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cs typeface="微软雅黑" panose="020B0503020204020204" charset="-122"/>
            </a:endParaRPr>
          </a:p>
        </p:txBody>
      </p:sp>
      <p:sp>
        <p:nvSpPr>
          <p:cNvPr id="25" name="椭圆 24"/>
          <p:cNvSpPr/>
          <p:nvPr userDrawn="1">
            <p:custDataLst>
              <p:tags r:id="rId11"/>
            </p:custDataLst>
          </p:nvPr>
        </p:nvSpPr>
        <p:spPr>
          <a:xfrm>
            <a:off x="6245225" y="4709795"/>
            <a:ext cx="107950" cy="1079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cs typeface="微软雅黑" panose="020B0503020204020204" charset="-122"/>
            </a:endParaRPr>
          </a:p>
        </p:txBody>
      </p:sp>
      <p:sp>
        <p:nvSpPr>
          <p:cNvPr id="26" name="椭圆 25"/>
          <p:cNvSpPr/>
          <p:nvPr userDrawn="1">
            <p:custDataLst>
              <p:tags r:id="rId12"/>
            </p:custDataLst>
          </p:nvPr>
        </p:nvSpPr>
        <p:spPr>
          <a:xfrm>
            <a:off x="5838825" y="4709795"/>
            <a:ext cx="107950" cy="1079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cs typeface="微软雅黑" panose="020B0503020204020204" charset="-122"/>
            </a:endParaRPr>
          </a:p>
        </p:txBody>
      </p:sp>
      <p:sp>
        <p:nvSpPr>
          <p:cNvPr id="38" name="图形 3"/>
          <p:cNvSpPr/>
          <p:nvPr userDrawn="1">
            <p:custDataLst>
              <p:tags r:id="rId13"/>
            </p:custDataLst>
          </p:nvPr>
        </p:nvSpPr>
        <p:spPr>
          <a:xfrm rot="16200000">
            <a:off x="9686290" y="3165475"/>
            <a:ext cx="383540" cy="38354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21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9" name="图形 3"/>
          <p:cNvSpPr/>
          <p:nvPr userDrawn="1">
            <p:custDataLst>
              <p:tags r:id="rId14"/>
            </p:custDataLst>
          </p:nvPr>
        </p:nvSpPr>
        <p:spPr>
          <a:xfrm rot="16200000">
            <a:off x="10069830" y="2777490"/>
            <a:ext cx="224155" cy="224155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48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6" name="图形 3"/>
          <p:cNvSpPr/>
          <p:nvPr userDrawn="1">
            <p:custDataLst>
              <p:tags r:id="rId15"/>
            </p:custDataLst>
          </p:nvPr>
        </p:nvSpPr>
        <p:spPr>
          <a:xfrm rot="16200000">
            <a:off x="2005965" y="2933700"/>
            <a:ext cx="615315" cy="615315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7" name="图形 3"/>
          <p:cNvSpPr/>
          <p:nvPr userDrawn="1">
            <p:custDataLst>
              <p:tags r:id="rId16"/>
            </p:custDataLst>
          </p:nvPr>
        </p:nvSpPr>
        <p:spPr>
          <a:xfrm rot="16200000">
            <a:off x="1513840" y="3585845"/>
            <a:ext cx="368300" cy="36830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8" name="图形 3"/>
          <p:cNvSpPr/>
          <p:nvPr userDrawn="1">
            <p:custDataLst>
              <p:tags r:id="rId17"/>
            </p:custDataLst>
          </p:nvPr>
        </p:nvSpPr>
        <p:spPr>
          <a:xfrm rot="16200000">
            <a:off x="1888490" y="2461895"/>
            <a:ext cx="215265" cy="21590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7" name="任意多边形 26"/>
          <p:cNvSpPr/>
          <p:nvPr userDrawn="1">
            <p:custDataLst>
              <p:tags r:id="rId18"/>
            </p:custDataLst>
          </p:nvPr>
        </p:nvSpPr>
        <p:spPr>
          <a:xfrm>
            <a:off x="1707515" y="635"/>
            <a:ext cx="8775700" cy="6857365"/>
          </a:xfrm>
          <a:custGeom>
            <a:avLst/>
            <a:gdLst>
              <a:gd name="adj" fmla="val 6215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3820" h="10857">
                <a:moveTo>
                  <a:pt x="9528" y="0"/>
                </a:moveTo>
                <a:lnTo>
                  <a:pt x="11149" y="0"/>
                </a:lnTo>
                <a:lnTo>
                  <a:pt x="11176" y="21"/>
                </a:lnTo>
                <a:cubicBezTo>
                  <a:pt x="12786" y="1286"/>
                  <a:pt x="13820" y="3251"/>
                  <a:pt x="13820" y="5457"/>
                </a:cubicBezTo>
                <a:cubicBezTo>
                  <a:pt x="13820" y="7633"/>
                  <a:pt x="12814" y="9575"/>
                  <a:pt x="11241" y="10842"/>
                </a:cubicBezTo>
                <a:lnTo>
                  <a:pt x="11222" y="10857"/>
                </a:lnTo>
                <a:lnTo>
                  <a:pt x="9643" y="10857"/>
                </a:lnTo>
                <a:lnTo>
                  <a:pt x="9665" y="10846"/>
                </a:lnTo>
                <a:cubicBezTo>
                  <a:pt x="11622" y="9844"/>
                  <a:pt x="12961" y="7807"/>
                  <a:pt x="12961" y="5457"/>
                </a:cubicBezTo>
                <a:cubicBezTo>
                  <a:pt x="12961" y="3055"/>
                  <a:pt x="11562" y="980"/>
                  <a:pt x="9533" y="3"/>
                </a:cubicBezTo>
                <a:lnTo>
                  <a:pt x="9528" y="0"/>
                </a:lnTo>
                <a:close/>
                <a:moveTo>
                  <a:pt x="2671" y="0"/>
                </a:moveTo>
                <a:lnTo>
                  <a:pt x="4292" y="0"/>
                </a:lnTo>
                <a:lnTo>
                  <a:pt x="4287" y="3"/>
                </a:lnTo>
                <a:cubicBezTo>
                  <a:pt x="2258" y="980"/>
                  <a:pt x="859" y="3055"/>
                  <a:pt x="859" y="5457"/>
                </a:cubicBezTo>
                <a:cubicBezTo>
                  <a:pt x="859" y="7807"/>
                  <a:pt x="2198" y="9844"/>
                  <a:pt x="4155" y="10846"/>
                </a:cubicBezTo>
                <a:lnTo>
                  <a:pt x="4177" y="10857"/>
                </a:lnTo>
                <a:lnTo>
                  <a:pt x="2598" y="10857"/>
                </a:lnTo>
                <a:lnTo>
                  <a:pt x="2579" y="10842"/>
                </a:lnTo>
                <a:cubicBezTo>
                  <a:pt x="1006" y="9575"/>
                  <a:pt x="0" y="7633"/>
                  <a:pt x="0" y="5457"/>
                </a:cubicBezTo>
                <a:cubicBezTo>
                  <a:pt x="0" y="3251"/>
                  <a:pt x="1034" y="1286"/>
                  <a:pt x="2644" y="21"/>
                </a:cubicBezTo>
                <a:lnTo>
                  <a:pt x="2671" y="0"/>
                </a:lnTo>
                <a:close/>
              </a:path>
            </a:pathLst>
          </a:custGeom>
          <a:solidFill>
            <a:srgbClr val="FFFFFF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3" name="标题 32"/>
          <p:cNvSpPr>
            <a:spLocks noGrp="1"/>
          </p:cNvSpPr>
          <p:nvPr>
            <p:ph type="title" hasCustomPrompt="1"/>
            <p:custDataLst>
              <p:tags r:id="rId19"/>
            </p:custDataLst>
          </p:nvPr>
        </p:nvSpPr>
        <p:spPr>
          <a:xfrm>
            <a:off x="1291908" y="3089910"/>
            <a:ext cx="9608185" cy="10160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400" b="1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7" name="文本占位符 36"/>
          <p:cNvSpPr>
            <a:spLocks noGrp="1"/>
          </p:cNvSpPr>
          <p:nvPr>
            <p:ph type="body" idx="13" hasCustomPrompt="1"/>
            <p:custDataLst>
              <p:tags r:id="rId20"/>
            </p:custDataLst>
          </p:nvPr>
        </p:nvSpPr>
        <p:spPr>
          <a:xfrm>
            <a:off x="1315085" y="1343660"/>
            <a:ext cx="9585325" cy="1654810"/>
          </a:xfrm>
        </p:spPr>
        <p:txBody>
          <a:bodyPr wrap="none" anchor="b" anchorCtr="0"/>
          <a:lstStyle>
            <a:lvl1pPr marL="0" indent="0" algn="ctr">
              <a:buNone/>
              <a:defRPr sz="80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/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32305" y="3175"/>
            <a:ext cx="10259695" cy="6854825"/>
          </a:xfrm>
          <a:prstGeom prst="rect">
            <a:avLst/>
          </a:prstGeom>
        </p:spPr>
      </p:pic>
      <p:sp>
        <p:nvSpPr>
          <p:cNvPr id="36" name="矩形 35"/>
          <p:cNvSpPr/>
          <p:nvPr userDrawn="1">
            <p:custDataLst>
              <p:tags r:id="rId4"/>
            </p:custDataLst>
          </p:nvPr>
        </p:nvSpPr>
        <p:spPr>
          <a:xfrm rot="10800000">
            <a:off x="0" y="3175"/>
            <a:ext cx="12192000" cy="6858635"/>
          </a:xfrm>
          <a:prstGeom prst="rect">
            <a:avLst/>
          </a:prstGeom>
          <a:gradFill flip="none" rotWithShape="1">
            <a:gsLst>
              <a:gs pos="74000">
                <a:schemeClr val="accent1"/>
              </a:gs>
              <a:gs pos="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7" name="任意多边形 6"/>
          <p:cNvSpPr/>
          <p:nvPr userDrawn="1">
            <p:custDataLst>
              <p:tags r:id="rId5"/>
            </p:custDataLst>
          </p:nvPr>
        </p:nvSpPr>
        <p:spPr>
          <a:xfrm>
            <a:off x="7173595" y="0"/>
            <a:ext cx="5018405" cy="685799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03" h="10800">
                <a:moveTo>
                  <a:pt x="0" y="0"/>
                </a:moveTo>
                <a:lnTo>
                  <a:pt x="7903" y="0"/>
                </a:lnTo>
                <a:lnTo>
                  <a:pt x="7903" y="10800"/>
                </a:lnTo>
                <a:lnTo>
                  <a:pt x="2534" y="10800"/>
                </a:lnTo>
                <a:lnTo>
                  <a:pt x="2565" y="10750"/>
                </a:lnTo>
                <a:cubicBezTo>
                  <a:pt x="3287" y="9561"/>
                  <a:pt x="3703" y="8166"/>
                  <a:pt x="3703" y="6673"/>
                </a:cubicBezTo>
                <a:cubicBezTo>
                  <a:pt x="3703" y="3891"/>
                  <a:pt x="2258" y="1447"/>
                  <a:pt x="79" y="5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891567" cy="2142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79" h="3373">
                <a:moveTo>
                  <a:pt x="0" y="0"/>
                </a:moveTo>
                <a:lnTo>
                  <a:pt x="2979" y="0"/>
                </a:lnTo>
                <a:lnTo>
                  <a:pt x="2900" y="50"/>
                </a:lnTo>
                <a:cubicBezTo>
                  <a:pt x="1651" y="851"/>
                  <a:pt x="643" y="1996"/>
                  <a:pt x="10" y="3351"/>
                </a:cubicBezTo>
                <a:lnTo>
                  <a:pt x="0" y="33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9" name="矩形: 圆角 28"/>
          <p:cNvSpPr/>
          <p:nvPr userDrawn="1">
            <p:custDataLst>
              <p:tags r:id="rId7"/>
            </p:custDataLst>
          </p:nvPr>
        </p:nvSpPr>
        <p:spPr>
          <a:xfrm>
            <a:off x="1054100" y="4624668"/>
            <a:ext cx="1889646" cy="54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endParaRPr lang="en-US" altLang="zh-CN" sz="2800" b="1" dirty="0"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pic>
        <p:nvPicPr>
          <p:cNvPr id="30" name="图形 29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700000">
            <a:off x="1360596" y="4813301"/>
            <a:ext cx="162734" cy="162734"/>
          </a:xfrm>
          <a:prstGeom prst="rect">
            <a:avLst/>
          </a:prstGeom>
        </p:spPr>
      </p:pic>
      <p:sp>
        <p:nvSpPr>
          <p:cNvPr id="46" name="矩形 45"/>
          <p:cNvSpPr/>
          <p:nvPr userDrawn="1">
            <p:custDataLst>
              <p:tags r:id="rId11"/>
            </p:custDataLst>
          </p:nvPr>
        </p:nvSpPr>
        <p:spPr>
          <a:xfrm rot="10800000">
            <a:off x="0" y="6492875"/>
            <a:ext cx="12192000" cy="368935"/>
          </a:xfrm>
          <a:prstGeom prst="rect">
            <a:avLst/>
          </a:prstGeom>
          <a:gradFill flip="none" rotWithShape="1">
            <a:gsLst>
              <a:gs pos="74000">
                <a:schemeClr val="accent1">
                  <a:lumMod val="80000"/>
                  <a:lumOff val="20000"/>
                </a:schemeClr>
              </a:gs>
              <a:gs pos="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5" name="页脚占位符 3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37" name="灯片编号占位符 3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9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1713688" y="4624668"/>
            <a:ext cx="2880000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noFill/>
          </a:ln>
          <a:effectLst>
            <a:outerShdw blurRad="101600" dist="101600" dir="2700000" algn="tl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1600" b="1" dirty="0">
                <a:solidFill>
                  <a:schemeClr val="accent1"/>
                </a:solidFill>
                <a:latin typeface="+mn-ea"/>
                <a:ea typeface="+mn-ea"/>
                <a:cs typeface="微软雅黑" panose="020B0503020204020204" charset="-122"/>
              </a:defRPr>
            </a:lvl1pPr>
          </a:lstStyle>
          <a:p>
            <a:pPr marL="0" lvl="0" algn="ctr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41" name="任意多边形 40"/>
          <p:cNvSpPr/>
          <p:nvPr userDrawn="1">
            <p:custDataLst>
              <p:tags r:id="rId16"/>
            </p:custDataLst>
          </p:nvPr>
        </p:nvSpPr>
        <p:spPr>
          <a:xfrm>
            <a:off x="9484886" y="0"/>
            <a:ext cx="2115929" cy="6837002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332" h="10767">
                <a:moveTo>
                  <a:pt x="0" y="0"/>
                </a:moveTo>
                <a:lnTo>
                  <a:pt x="1065" y="0"/>
                </a:lnTo>
                <a:lnTo>
                  <a:pt x="1077" y="16"/>
                </a:lnTo>
                <a:cubicBezTo>
                  <a:pt x="2492" y="1861"/>
                  <a:pt x="3332" y="4169"/>
                  <a:pt x="3332" y="6673"/>
                </a:cubicBezTo>
                <a:cubicBezTo>
                  <a:pt x="3332" y="8091"/>
                  <a:pt x="3063" y="9445"/>
                  <a:pt x="2573" y="10688"/>
                </a:cubicBezTo>
                <a:lnTo>
                  <a:pt x="2541" y="10767"/>
                </a:lnTo>
                <a:lnTo>
                  <a:pt x="1647" y="10767"/>
                </a:lnTo>
                <a:lnTo>
                  <a:pt x="1665" y="10729"/>
                </a:lnTo>
                <a:cubicBezTo>
                  <a:pt x="2208" y="9487"/>
                  <a:pt x="2509" y="8115"/>
                  <a:pt x="2509" y="6673"/>
                </a:cubicBezTo>
                <a:cubicBezTo>
                  <a:pt x="2509" y="4138"/>
                  <a:pt x="1578" y="1821"/>
                  <a:pt x="39" y="45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2" name="图形 3"/>
          <p:cNvSpPr/>
          <p:nvPr userDrawn="1">
            <p:custDataLst>
              <p:tags r:id="rId17"/>
            </p:custDataLst>
          </p:nvPr>
        </p:nvSpPr>
        <p:spPr>
          <a:xfrm rot="16200000">
            <a:off x="556895" y="1871345"/>
            <a:ext cx="496570" cy="497205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/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5" name="图形 3"/>
          <p:cNvSpPr/>
          <p:nvPr userDrawn="1">
            <p:custDataLst>
              <p:tags r:id="rId18"/>
            </p:custDataLst>
          </p:nvPr>
        </p:nvSpPr>
        <p:spPr>
          <a:xfrm rot="16200000">
            <a:off x="1205230" y="1697355"/>
            <a:ext cx="173990" cy="17399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8" name="图形 3"/>
          <p:cNvSpPr/>
          <p:nvPr userDrawn="1">
            <p:custDataLst>
              <p:tags r:id="rId19"/>
            </p:custDataLst>
          </p:nvPr>
        </p:nvSpPr>
        <p:spPr>
          <a:xfrm rot="16200000">
            <a:off x="11287125" y="765175"/>
            <a:ext cx="496570" cy="497205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/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9" name="图形 3"/>
          <p:cNvSpPr/>
          <p:nvPr userDrawn="1">
            <p:custDataLst>
              <p:tags r:id="rId20"/>
            </p:custDataLst>
          </p:nvPr>
        </p:nvSpPr>
        <p:spPr>
          <a:xfrm rot="16200000">
            <a:off x="10890250" y="1291590"/>
            <a:ext cx="297180" cy="29718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46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0" name="图形 3"/>
          <p:cNvSpPr/>
          <p:nvPr userDrawn="1">
            <p:custDataLst>
              <p:tags r:id="rId21"/>
            </p:custDataLst>
          </p:nvPr>
        </p:nvSpPr>
        <p:spPr>
          <a:xfrm rot="16200000">
            <a:off x="11192510" y="384175"/>
            <a:ext cx="173990" cy="17399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ctrTitle" hasCustomPrompt="1"/>
            <p:custDataLst>
              <p:tags r:id="rId22"/>
            </p:custDataLst>
          </p:nvPr>
        </p:nvSpPr>
        <p:spPr>
          <a:xfrm>
            <a:off x="896620" y="1697355"/>
            <a:ext cx="5524500" cy="2396490"/>
          </a:xfrm>
        </p:spPr>
        <p:txBody>
          <a:bodyPr wrap="square" lIns="90000" tIns="46800" rIns="90000" bIns="46800" anchor="b" anchorCtr="0">
            <a:normAutofit/>
          </a:bodyPr>
          <a:lstStyle>
            <a:lvl1pPr algn="l">
              <a:lnSpc>
                <a:spcPct val="100000"/>
              </a:lnSpc>
              <a:defRPr sz="6600" b="1" spc="40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任意多边形: 形状 7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6959600" cy="6858000"/>
          </a:xfrm>
          <a:custGeom>
            <a:avLst/>
            <a:gdLst>
              <a:gd name="connsiteX0" fmla="*/ 1071222 w 6959600"/>
              <a:gd name="connsiteY0" fmla="*/ 0 h 6857999"/>
              <a:gd name="connsiteX1" fmla="*/ 6959600 w 6959600"/>
              <a:gd name="connsiteY1" fmla="*/ 0 h 6857999"/>
              <a:gd name="connsiteX2" fmla="*/ 5155055 w 6959600"/>
              <a:gd name="connsiteY2" fmla="*/ 6857999 h 6857999"/>
              <a:gd name="connsiteX3" fmla="*/ 0 w 6959600"/>
              <a:gd name="connsiteY3" fmla="*/ 6857999 h 6857999"/>
              <a:gd name="connsiteX4" fmla="*/ 0 w 6959600"/>
              <a:gd name="connsiteY4" fmla="*/ 40710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9600" h="6857999">
                <a:moveTo>
                  <a:pt x="1071222" y="0"/>
                </a:moveTo>
                <a:lnTo>
                  <a:pt x="6959600" y="0"/>
                </a:lnTo>
                <a:lnTo>
                  <a:pt x="5155055" y="6857999"/>
                </a:lnTo>
                <a:lnTo>
                  <a:pt x="0" y="6857999"/>
                </a:lnTo>
                <a:lnTo>
                  <a:pt x="0" y="4071076"/>
                </a:lnTo>
                <a:close/>
              </a:path>
            </a:pathLst>
          </a:custGeom>
          <a:solidFill>
            <a:schemeClr val="bg2">
              <a:lumMod val="90000"/>
              <a:lumOff val="10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sym typeface="+mn-ea"/>
            </a:endParaRPr>
          </a:p>
        </p:txBody>
      </p:sp>
      <p:sp>
        <p:nvSpPr>
          <p:cNvPr id="73" name="平行四边形 72"/>
          <p:cNvSpPr/>
          <p:nvPr userDrawn="1">
            <p:custDataLst>
              <p:tags r:id="rId3"/>
            </p:custDataLst>
          </p:nvPr>
        </p:nvSpPr>
        <p:spPr>
          <a:xfrm>
            <a:off x="5135245" y="0"/>
            <a:ext cx="3860800" cy="6858000"/>
          </a:xfrm>
          <a:prstGeom prst="parallelogram">
            <a:avLst>
              <a:gd name="adj" fmla="val 46903"/>
            </a:avLst>
          </a:prstGeom>
          <a:gradFill flip="none" rotWithShape="1">
            <a:gsLst>
              <a:gs pos="100000">
                <a:schemeClr val="bg2">
                  <a:lumMod val="85000"/>
                  <a:lumOff val="15000"/>
                </a:schemeClr>
              </a:gs>
              <a:gs pos="0">
                <a:schemeClr val="bg2">
                  <a:lumMod val="78000"/>
                  <a:alpha val="52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77" name="任意多边形: 形状 76"/>
          <p:cNvSpPr/>
          <p:nvPr userDrawn="1">
            <p:custDataLst>
              <p:tags r:id="rId4"/>
            </p:custDataLst>
          </p:nvPr>
        </p:nvSpPr>
        <p:spPr>
          <a:xfrm>
            <a:off x="8845550" y="0"/>
            <a:ext cx="3346450" cy="6858000"/>
          </a:xfrm>
          <a:custGeom>
            <a:avLst/>
            <a:gdLst>
              <a:gd name="connsiteX0" fmla="*/ 1804545 w 3346566"/>
              <a:gd name="connsiteY0" fmla="*/ 0 h 6857999"/>
              <a:gd name="connsiteX1" fmla="*/ 3346566 w 3346566"/>
              <a:gd name="connsiteY1" fmla="*/ 0 h 6857999"/>
              <a:gd name="connsiteX2" fmla="*/ 3346566 w 3346566"/>
              <a:gd name="connsiteY2" fmla="*/ 6857999 h 6857999"/>
              <a:gd name="connsiteX3" fmla="*/ 0 w 334656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6566" h="6857999">
                <a:moveTo>
                  <a:pt x="1804545" y="0"/>
                </a:moveTo>
                <a:lnTo>
                  <a:pt x="3346566" y="0"/>
                </a:lnTo>
                <a:lnTo>
                  <a:pt x="3346566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95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8" name="任意多边形: 形状 57"/>
          <p:cNvSpPr/>
          <p:nvPr userDrawn="1">
            <p:custDataLst>
              <p:tags r:id="rId5"/>
            </p:custDataLst>
          </p:nvPr>
        </p:nvSpPr>
        <p:spPr>
          <a:xfrm rot="5400000">
            <a:off x="-322573" y="322574"/>
            <a:ext cx="1002670" cy="357523"/>
          </a:xfrm>
          <a:custGeom>
            <a:avLst/>
            <a:gdLst>
              <a:gd name="connsiteX0" fmla="*/ 0 w 1002670"/>
              <a:gd name="connsiteY0" fmla="*/ 357523 h 357523"/>
              <a:gd name="connsiteX1" fmla="*/ 0 w 1002670"/>
              <a:gd name="connsiteY1" fmla="*/ 0 h 357523"/>
              <a:gd name="connsiteX2" fmla="*/ 1002670 w 1002670"/>
              <a:gd name="connsiteY2" fmla="*/ 357523 h 357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2670" h="357523">
                <a:moveTo>
                  <a:pt x="0" y="357523"/>
                </a:moveTo>
                <a:lnTo>
                  <a:pt x="0" y="0"/>
                </a:lnTo>
                <a:lnTo>
                  <a:pt x="1002670" y="3575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53" name="任意多边形: 形状 52"/>
          <p:cNvSpPr/>
          <p:nvPr userDrawn="1">
            <p:custDataLst>
              <p:tags r:id="rId6"/>
            </p:custDataLst>
          </p:nvPr>
        </p:nvSpPr>
        <p:spPr>
          <a:xfrm rot="5400000">
            <a:off x="-259353" y="261258"/>
            <a:ext cx="806158" cy="287452"/>
          </a:xfrm>
          <a:custGeom>
            <a:avLst/>
            <a:gdLst>
              <a:gd name="connsiteX0" fmla="*/ 0 w 806158"/>
              <a:gd name="connsiteY0" fmla="*/ 287452 h 287452"/>
              <a:gd name="connsiteX1" fmla="*/ 0 w 806158"/>
              <a:gd name="connsiteY1" fmla="*/ 0 h 287452"/>
              <a:gd name="connsiteX2" fmla="*/ 806158 w 806158"/>
              <a:gd name="connsiteY2" fmla="*/ 287452 h 287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6158" h="287452">
                <a:moveTo>
                  <a:pt x="0" y="287452"/>
                </a:moveTo>
                <a:lnTo>
                  <a:pt x="0" y="0"/>
                </a:lnTo>
                <a:lnTo>
                  <a:pt x="806158" y="28745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2" name="形状12"/>
          <p:cNvSpPr/>
          <p:nvPr userDrawn="1">
            <p:custDataLst>
              <p:tags r:id="rId7"/>
            </p:custDataLst>
          </p:nvPr>
        </p:nvSpPr>
        <p:spPr>
          <a:xfrm rot="16200000">
            <a:off x="530715" y="4902866"/>
            <a:ext cx="269540" cy="125668"/>
          </a:xfrm>
          <a:custGeom>
            <a:avLst/>
            <a:gdLst>
              <a:gd name="connsiteX0" fmla="*/ 0 w 342900"/>
              <a:gd name="connsiteY0" fmla="*/ 0 h 171450"/>
              <a:gd name="connsiteX1" fmla="*/ 342900 w 342900"/>
              <a:gd name="connsiteY1" fmla="*/ 0 h 171450"/>
              <a:gd name="connsiteX2" fmla="*/ 171450 w 342900"/>
              <a:gd name="connsiteY2" fmla="*/ 171450 h 171450"/>
              <a:gd name="connsiteX3" fmla="*/ 0 w 342900"/>
              <a:gd name="connsiteY3" fmla="*/ 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" h="171450">
                <a:moveTo>
                  <a:pt x="0" y="0"/>
                </a:moveTo>
                <a:lnTo>
                  <a:pt x="342900" y="0"/>
                </a:lnTo>
                <a:cubicBezTo>
                  <a:pt x="248211" y="0"/>
                  <a:pt x="171450" y="76761"/>
                  <a:pt x="171450" y="171450"/>
                </a:cubicBezTo>
                <a:cubicBezTo>
                  <a:pt x="171450" y="76761"/>
                  <a:pt x="94689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 w="254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13" name="形状13"/>
          <p:cNvSpPr/>
          <p:nvPr userDrawn="1">
            <p:custDataLst>
              <p:tags r:id="rId8"/>
            </p:custDataLst>
          </p:nvPr>
        </p:nvSpPr>
        <p:spPr>
          <a:xfrm rot="16200000">
            <a:off x="685209" y="4902866"/>
            <a:ext cx="269540" cy="125668"/>
          </a:xfrm>
          <a:custGeom>
            <a:avLst/>
            <a:gdLst>
              <a:gd name="connsiteX0" fmla="*/ 0 w 342900"/>
              <a:gd name="connsiteY0" fmla="*/ 0 h 171450"/>
              <a:gd name="connsiteX1" fmla="*/ 342900 w 342900"/>
              <a:gd name="connsiteY1" fmla="*/ 0 h 171450"/>
              <a:gd name="connsiteX2" fmla="*/ 171450 w 342900"/>
              <a:gd name="connsiteY2" fmla="*/ 171450 h 171450"/>
              <a:gd name="connsiteX3" fmla="*/ 0 w 342900"/>
              <a:gd name="connsiteY3" fmla="*/ 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" h="171450">
                <a:moveTo>
                  <a:pt x="0" y="0"/>
                </a:moveTo>
                <a:lnTo>
                  <a:pt x="342900" y="0"/>
                </a:lnTo>
                <a:cubicBezTo>
                  <a:pt x="248211" y="0"/>
                  <a:pt x="171450" y="76761"/>
                  <a:pt x="171450" y="171450"/>
                </a:cubicBezTo>
                <a:cubicBezTo>
                  <a:pt x="171450" y="76761"/>
                  <a:pt x="94689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 w="254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15" name="形状14"/>
          <p:cNvSpPr/>
          <p:nvPr userDrawn="1">
            <p:custDataLst>
              <p:tags r:id="rId9"/>
            </p:custDataLst>
          </p:nvPr>
        </p:nvSpPr>
        <p:spPr>
          <a:xfrm rot="16200000">
            <a:off x="839703" y="4902866"/>
            <a:ext cx="269540" cy="125668"/>
          </a:xfrm>
          <a:custGeom>
            <a:avLst/>
            <a:gdLst>
              <a:gd name="connsiteX0" fmla="*/ 0 w 342900"/>
              <a:gd name="connsiteY0" fmla="*/ 0 h 171450"/>
              <a:gd name="connsiteX1" fmla="*/ 342900 w 342900"/>
              <a:gd name="connsiteY1" fmla="*/ 0 h 171450"/>
              <a:gd name="connsiteX2" fmla="*/ 171450 w 342900"/>
              <a:gd name="connsiteY2" fmla="*/ 171450 h 171450"/>
              <a:gd name="connsiteX3" fmla="*/ 0 w 342900"/>
              <a:gd name="connsiteY3" fmla="*/ 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" h="171450">
                <a:moveTo>
                  <a:pt x="0" y="0"/>
                </a:moveTo>
                <a:lnTo>
                  <a:pt x="342900" y="0"/>
                </a:lnTo>
                <a:cubicBezTo>
                  <a:pt x="248211" y="0"/>
                  <a:pt x="171450" y="76761"/>
                  <a:pt x="171450" y="171450"/>
                </a:cubicBezTo>
                <a:cubicBezTo>
                  <a:pt x="171450" y="76761"/>
                  <a:pt x="94689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 w="254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+mn-ea"/>
            </a:endParaRPr>
          </a:p>
        </p:txBody>
      </p:sp>
      <p:cxnSp>
        <p:nvCxnSpPr>
          <p:cNvPr id="16" name="形状15"/>
          <p:cNvCxnSpPr/>
          <p:nvPr userDrawn="1">
            <p:custDataLst>
              <p:tags r:id="rId10"/>
            </p:custDataLst>
          </p:nvPr>
        </p:nvCxnSpPr>
        <p:spPr>
          <a:xfrm flipH="1">
            <a:off x="11113294" y="2544251"/>
            <a:ext cx="1075337" cy="4313749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形状17"/>
          <p:cNvSpPr/>
          <p:nvPr userDrawn="1">
            <p:custDataLst>
              <p:tags r:id="rId11"/>
            </p:custDataLst>
          </p:nvPr>
        </p:nvSpPr>
        <p:spPr>
          <a:xfrm rot="5400000" flipH="1" flipV="1">
            <a:off x="11688767" y="6354767"/>
            <a:ext cx="836613" cy="169853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12"/>
            </p:custDataLst>
          </p:nvPr>
        </p:nvSpPr>
        <p:spPr>
          <a:xfrm>
            <a:off x="6159677" y="2"/>
            <a:ext cx="5850391" cy="6857999"/>
          </a:xfrm>
          <a:custGeom>
            <a:avLst/>
            <a:gdLst>
              <a:gd name="connsiteX0" fmla="*/ 1686680 w 5850391"/>
              <a:gd name="connsiteY0" fmla="*/ 0 h 6857999"/>
              <a:gd name="connsiteX1" fmla="*/ 5850391 w 5850391"/>
              <a:gd name="connsiteY1" fmla="*/ 0 h 6857999"/>
              <a:gd name="connsiteX2" fmla="*/ 4163710 w 5850391"/>
              <a:gd name="connsiteY2" fmla="*/ 6857999 h 6857999"/>
              <a:gd name="connsiteX3" fmla="*/ 0 w 5850391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0391" h="6857999">
                <a:moveTo>
                  <a:pt x="1686680" y="0"/>
                </a:moveTo>
                <a:lnTo>
                  <a:pt x="5850391" y="0"/>
                </a:lnTo>
                <a:lnTo>
                  <a:pt x="416371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13"/>
            </p:custDataLst>
          </p:nvPr>
        </p:nvSpPr>
        <p:spPr>
          <a:xfrm>
            <a:off x="6415848" y="2"/>
            <a:ext cx="5776152" cy="6857999"/>
          </a:xfrm>
          <a:custGeom>
            <a:avLst/>
            <a:gdLst>
              <a:gd name="connsiteX0" fmla="*/ 1686681 w 5776152"/>
              <a:gd name="connsiteY0" fmla="*/ 0 h 6857999"/>
              <a:gd name="connsiteX1" fmla="*/ 5776152 w 5776152"/>
              <a:gd name="connsiteY1" fmla="*/ 0 h 6857999"/>
              <a:gd name="connsiteX2" fmla="*/ 5776152 w 5776152"/>
              <a:gd name="connsiteY2" fmla="*/ 301857 h 6857999"/>
              <a:gd name="connsiteX3" fmla="*/ 4163711 w 5776152"/>
              <a:gd name="connsiteY3" fmla="*/ 6857999 h 6857999"/>
              <a:gd name="connsiteX4" fmla="*/ 0 w 5776152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6152" h="6857999">
                <a:moveTo>
                  <a:pt x="1686681" y="0"/>
                </a:moveTo>
                <a:lnTo>
                  <a:pt x="5776152" y="0"/>
                </a:lnTo>
                <a:lnTo>
                  <a:pt x="5776152" y="301857"/>
                </a:lnTo>
                <a:lnTo>
                  <a:pt x="4163711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75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14"/>
            </p:custDataLst>
          </p:nvPr>
        </p:nvSpPr>
        <p:spPr>
          <a:xfrm>
            <a:off x="6672020" y="2"/>
            <a:ext cx="5519980" cy="6857999"/>
          </a:xfrm>
          <a:custGeom>
            <a:avLst/>
            <a:gdLst>
              <a:gd name="connsiteX0" fmla="*/ 1686681 w 5519980"/>
              <a:gd name="connsiteY0" fmla="*/ 0 h 6857999"/>
              <a:gd name="connsiteX1" fmla="*/ 5519980 w 5519980"/>
              <a:gd name="connsiteY1" fmla="*/ 0 h 6857999"/>
              <a:gd name="connsiteX2" fmla="*/ 5519980 w 5519980"/>
              <a:gd name="connsiteY2" fmla="*/ 1343446 h 6857999"/>
              <a:gd name="connsiteX3" fmla="*/ 4163711 w 5519980"/>
              <a:gd name="connsiteY3" fmla="*/ 6857999 h 6857999"/>
              <a:gd name="connsiteX4" fmla="*/ 0 w 551998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9980" h="6857999">
                <a:moveTo>
                  <a:pt x="1686681" y="0"/>
                </a:moveTo>
                <a:lnTo>
                  <a:pt x="5519980" y="0"/>
                </a:lnTo>
                <a:lnTo>
                  <a:pt x="5519980" y="1343446"/>
                </a:lnTo>
                <a:lnTo>
                  <a:pt x="4163711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alpha val="75000"/>
                </a:schemeClr>
              </a:gs>
              <a:gs pos="100000">
                <a:schemeClr val="accent1">
                  <a:lumMod val="90000"/>
                  <a:alpha val="75000"/>
                </a:schemeClr>
              </a:gs>
            </a:gsLst>
            <a:lin ang="5400000" scaled="0"/>
          </a:gra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25" name="形状23"/>
          <p:cNvSpPr/>
          <p:nvPr userDrawn="1">
            <p:custDataLst>
              <p:tags r:id="rId15"/>
            </p:custDataLst>
          </p:nvPr>
        </p:nvSpPr>
        <p:spPr>
          <a:xfrm>
            <a:off x="8034794" y="2274072"/>
            <a:ext cx="1379429" cy="2750974"/>
          </a:xfrm>
          <a:prstGeom prst="chevron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6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形状24"/>
          <p:cNvSpPr/>
          <p:nvPr userDrawn="1">
            <p:custDataLst>
              <p:tags r:id="rId16"/>
            </p:custDataLst>
          </p:nvPr>
        </p:nvSpPr>
        <p:spPr>
          <a:xfrm>
            <a:off x="9608358" y="2274072"/>
            <a:ext cx="1379429" cy="2750974"/>
          </a:xfrm>
          <a:prstGeom prst="chevron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6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7" name="形状19"/>
          <p:cNvCxnSpPr/>
          <p:nvPr userDrawn="1">
            <p:custDataLst>
              <p:tags r:id="rId17"/>
            </p:custDataLst>
          </p:nvPr>
        </p:nvCxnSpPr>
        <p:spPr>
          <a:xfrm flipH="1">
            <a:off x="0" y="0"/>
            <a:ext cx="526843" cy="132801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18"/>
            </p:custDataLst>
          </p:nvPr>
        </p:nvSpPr>
        <p:spPr>
          <a:xfrm>
            <a:off x="607319" y="2658810"/>
            <a:ext cx="6276081" cy="1848177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600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19"/>
            </p:custDataLst>
          </p:nvPr>
        </p:nvSpPr>
        <p:spPr>
          <a:xfrm>
            <a:off x="607319" y="1330372"/>
            <a:ext cx="6276081" cy="1191913"/>
          </a:xfrm>
        </p:spPr>
        <p:txBody>
          <a:bodyPr wrap="square" lIns="36195" tIns="0" rIns="0" bIns="0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gradFill>
                  <a:gsLst>
                    <a:gs pos="0">
                      <a:schemeClr val="accent1">
                        <a:lumMod val="90000"/>
                        <a:alpha val="50000"/>
                      </a:schemeClr>
                    </a:gs>
                    <a:gs pos="100000">
                      <a:schemeClr val="accent1">
                        <a:lumMod val="90000"/>
                        <a:alpha val="5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2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2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 userDrawn="1">
            <p:ph type="body" sz="quarter" idx="13" hasCustomPrompt="1"/>
            <p:custDataLst>
              <p:tags r:id="rId23"/>
            </p:custDataLst>
          </p:nvPr>
        </p:nvSpPr>
        <p:spPr>
          <a:xfrm>
            <a:off x="599440" y="591185"/>
            <a:ext cx="3793490" cy="504190"/>
          </a:xfrm>
        </p:spPr>
        <p:txBody>
          <a:bodyPr wrap="square" lIns="36195" tIns="0" rIns="0" bIns="0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gradFill>
                  <a:gsLst>
                    <a:gs pos="0">
                      <a:schemeClr val="accent1">
                        <a:lumMod val="90000"/>
                        <a:alpha val="100000"/>
                      </a:schemeClr>
                    </a:gs>
                    <a:gs pos="100000">
                      <a:schemeClr val="accent1">
                        <a:lumMod val="90000"/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24"/>
            </p:custDataLst>
          </p:nvPr>
        </p:nvSpPr>
        <p:spPr>
          <a:xfrm>
            <a:off x="1153160" y="4535170"/>
            <a:ext cx="3239770" cy="86106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 userDrawn="1">
            <p:custDataLst>
              <p:tags r:id="rId2"/>
            </p:custDataLst>
          </p:nvPr>
        </p:nvSpPr>
        <p:spPr>
          <a:xfrm>
            <a:off x="5082592" y="2"/>
            <a:ext cx="6341058" cy="6857999"/>
          </a:xfrm>
          <a:custGeom>
            <a:avLst/>
            <a:gdLst>
              <a:gd name="connsiteX0" fmla="*/ 1686735 w 6341058"/>
              <a:gd name="connsiteY0" fmla="*/ 0 h 6857999"/>
              <a:gd name="connsiteX1" fmla="*/ 6341058 w 6341058"/>
              <a:gd name="connsiteY1" fmla="*/ 0 h 6857999"/>
              <a:gd name="connsiteX2" fmla="*/ 6341058 w 6341058"/>
              <a:gd name="connsiteY2" fmla="*/ 6857999 h 6857999"/>
              <a:gd name="connsiteX3" fmla="*/ 0 w 634105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41058" h="6857999">
                <a:moveTo>
                  <a:pt x="1686735" y="0"/>
                </a:moveTo>
                <a:lnTo>
                  <a:pt x="6341058" y="0"/>
                </a:lnTo>
                <a:lnTo>
                  <a:pt x="6341058" y="6857999"/>
                </a:lnTo>
                <a:lnTo>
                  <a:pt x="0" y="6857999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90000"/>
                  <a:lumOff val="10000"/>
                </a:schemeClr>
              </a:gs>
              <a:gs pos="0">
                <a:schemeClr val="bg2">
                  <a:lumMod val="78000"/>
                  <a:alpha val="52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sym typeface="+mn-ea"/>
            </a:endParaRPr>
          </a:p>
        </p:txBody>
      </p:sp>
      <p:sp>
        <p:nvSpPr>
          <p:cNvPr id="58" name="任意多边形: 形状 57"/>
          <p:cNvSpPr/>
          <p:nvPr userDrawn="1">
            <p:custDataLst>
              <p:tags r:id="rId3"/>
            </p:custDataLst>
          </p:nvPr>
        </p:nvSpPr>
        <p:spPr>
          <a:xfrm rot="5400000">
            <a:off x="-322573" y="322574"/>
            <a:ext cx="1002670" cy="357523"/>
          </a:xfrm>
          <a:custGeom>
            <a:avLst/>
            <a:gdLst>
              <a:gd name="connsiteX0" fmla="*/ 0 w 1002670"/>
              <a:gd name="connsiteY0" fmla="*/ 357523 h 357523"/>
              <a:gd name="connsiteX1" fmla="*/ 0 w 1002670"/>
              <a:gd name="connsiteY1" fmla="*/ 0 h 357523"/>
              <a:gd name="connsiteX2" fmla="*/ 1002670 w 1002670"/>
              <a:gd name="connsiteY2" fmla="*/ 357523 h 357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2670" h="357523">
                <a:moveTo>
                  <a:pt x="0" y="357523"/>
                </a:moveTo>
                <a:lnTo>
                  <a:pt x="0" y="0"/>
                </a:lnTo>
                <a:lnTo>
                  <a:pt x="1002670" y="3575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0" name="任意多边形: 形状 19"/>
          <p:cNvSpPr/>
          <p:nvPr userDrawn="1">
            <p:custDataLst>
              <p:tags r:id="rId4"/>
            </p:custDataLst>
          </p:nvPr>
        </p:nvSpPr>
        <p:spPr>
          <a:xfrm>
            <a:off x="5851578" y="2"/>
            <a:ext cx="6340422" cy="6857999"/>
          </a:xfrm>
          <a:custGeom>
            <a:avLst/>
            <a:gdLst>
              <a:gd name="connsiteX0" fmla="*/ 1686734 w 6340422"/>
              <a:gd name="connsiteY0" fmla="*/ 0 h 6857999"/>
              <a:gd name="connsiteX1" fmla="*/ 6340422 w 6340422"/>
              <a:gd name="connsiteY1" fmla="*/ 0 h 6857999"/>
              <a:gd name="connsiteX2" fmla="*/ 6340422 w 6340422"/>
              <a:gd name="connsiteY2" fmla="*/ 6857999 h 6857999"/>
              <a:gd name="connsiteX3" fmla="*/ 0 w 6340422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40422" h="6857999">
                <a:moveTo>
                  <a:pt x="1686734" y="0"/>
                </a:moveTo>
                <a:lnTo>
                  <a:pt x="6340422" y="0"/>
                </a:lnTo>
                <a:lnTo>
                  <a:pt x="6340422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5"/>
            </p:custDataLst>
          </p:nvPr>
        </p:nvSpPr>
        <p:spPr>
          <a:xfrm rot="5400000">
            <a:off x="-259353" y="261258"/>
            <a:ext cx="806159" cy="287453"/>
          </a:xfrm>
          <a:custGeom>
            <a:avLst/>
            <a:gdLst>
              <a:gd name="connsiteX0" fmla="*/ 0 w 806159"/>
              <a:gd name="connsiteY0" fmla="*/ 287453 h 287453"/>
              <a:gd name="connsiteX1" fmla="*/ 0 w 806159"/>
              <a:gd name="connsiteY1" fmla="*/ 0 h 287453"/>
              <a:gd name="connsiteX2" fmla="*/ 806159 w 806159"/>
              <a:gd name="connsiteY2" fmla="*/ 287453 h 287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6159" h="287453">
                <a:moveTo>
                  <a:pt x="0" y="287453"/>
                </a:moveTo>
                <a:lnTo>
                  <a:pt x="0" y="0"/>
                </a:lnTo>
                <a:lnTo>
                  <a:pt x="806159" y="28745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1" name="形状25"/>
          <p:cNvSpPr/>
          <p:nvPr userDrawn="1">
            <p:custDataLst>
              <p:tags r:id="rId6"/>
            </p:custDataLst>
          </p:nvPr>
        </p:nvSpPr>
        <p:spPr>
          <a:xfrm rot="16200000">
            <a:off x="4453255" y="4376420"/>
            <a:ext cx="269240" cy="125730"/>
          </a:xfrm>
          <a:custGeom>
            <a:avLst/>
            <a:gdLst>
              <a:gd name="connsiteX0" fmla="*/ 0 w 342900"/>
              <a:gd name="connsiteY0" fmla="*/ 0 h 171450"/>
              <a:gd name="connsiteX1" fmla="*/ 342900 w 342900"/>
              <a:gd name="connsiteY1" fmla="*/ 0 h 171450"/>
              <a:gd name="connsiteX2" fmla="*/ 171450 w 342900"/>
              <a:gd name="connsiteY2" fmla="*/ 171450 h 171450"/>
              <a:gd name="connsiteX3" fmla="*/ 0 w 342900"/>
              <a:gd name="connsiteY3" fmla="*/ 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" h="171450">
                <a:moveTo>
                  <a:pt x="0" y="0"/>
                </a:moveTo>
                <a:lnTo>
                  <a:pt x="342900" y="0"/>
                </a:lnTo>
                <a:cubicBezTo>
                  <a:pt x="248211" y="0"/>
                  <a:pt x="171450" y="76761"/>
                  <a:pt x="171450" y="171450"/>
                </a:cubicBezTo>
                <a:cubicBezTo>
                  <a:pt x="171450" y="76761"/>
                  <a:pt x="94689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12" name="形状26"/>
          <p:cNvSpPr/>
          <p:nvPr userDrawn="1">
            <p:custDataLst>
              <p:tags r:id="rId7"/>
            </p:custDataLst>
          </p:nvPr>
        </p:nvSpPr>
        <p:spPr>
          <a:xfrm rot="16200000">
            <a:off x="4607560" y="4376420"/>
            <a:ext cx="269240" cy="125730"/>
          </a:xfrm>
          <a:custGeom>
            <a:avLst/>
            <a:gdLst>
              <a:gd name="connsiteX0" fmla="*/ 0 w 342900"/>
              <a:gd name="connsiteY0" fmla="*/ 0 h 171450"/>
              <a:gd name="connsiteX1" fmla="*/ 342900 w 342900"/>
              <a:gd name="connsiteY1" fmla="*/ 0 h 171450"/>
              <a:gd name="connsiteX2" fmla="*/ 171450 w 342900"/>
              <a:gd name="connsiteY2" fmla="*/ 171450 h 171450"/>
              <a:gd name="connsiteX3" fmla="*/ 0 w 342900"/>
              <a:gd name="connsiteY3" fmla="*/ 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" h="171450">
                <a:moveTo>
                  <a:pt x="0" y="0"/>
                </a:moveTo>
                <a:lnTo>
                  <a:pt x="342900" y="0"/>
                </a:lnTo>
                <a:cubicBezTo>
                  <a:pt x="248211" y="0"/>
                  <a:pt x="171450" y="76761"/>
                  <a:pt x="171450" y="171450"/>
                </a:cubicBezTo>
                <a:cubicBezTo>
                  <a:pt x="171450" y="76761"/>
                  <a:pt x="94689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13" name="形状27"/>
          <p:cNvSpPr/>
          <p:nvPr userDrawn="1">
            <p:custDataLst>
              <p:tags r:id="rId8"/>
            </p:custDataLst>
          </p:nvPr>
        </p:nvSpPr>
        <p:spPr>
          <a:xfrm rot="16200000">
            <a:off x="4761865" y="4376420"/>
            <a:ext cx="269240" cy="125730"/>
          </a:xfrm>
          <a:custGeom>
            <a:avLst/>
            <a:gdLst>
              <a:gd name="connsiteX0" fmla="*/ 0 w 342900"/>
              <a:gd name="connsiteY0" fmla="*/ 0 h 171450"/>
              <a:gd name="connsiteX1" fmla="*/ 342900 w 342900"/>
              <a:gd name="connsiteY1" fmla="*/ 0 h 171450"/>
              <a:gd name="connsiteX2" fmla="*/ 171450 w 342900"/>
              <a:gd name="connsiteY2" fmla="*/ 171450 h 171450"/>
              <a:gd name="connsiteX3" fmla="*/ 0 w 342900"/>
              <a:gd name="connsiteY3" fmla="*/ 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" h="171450">
                <a:moveTo>
                  <a:pt x="0" y="0"/>
                </a:moveTo>
                <a:lnTo>
                  <a:pt x="342900" y="0"/>
                </a:lnTo>
                <a:cubicBezTo>
                  <a:pt x="248211" y="0"/>
                  <a:pt x="171450" y="76761"/>
                  <a:pt x="171450" y="171450"/>
                </a:cubicBezTo>
                <a:cubicBezTo>
                  <a:pt x="171450" y="76761"/>
                  <a:pt x="94689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+mn-ea"/>
            </a:endParaRPr>
          </a:p>
        </p:txBody>
      </p:sp>
      <p:cxnSp>
        <p:nvCxnSpPr>
          <p:cNvPr id="14" name="形状28"/>
          <p:cNvCxnSpPr/>
          <p:nvPr userDrawn="1">
            <p:custDataLst>
              <p:tags r:id="rId9"/>
            </p:custDataLst>
          </p:nvPr>
        </p:nvCxnSpPr>
        <p:spPr>
          <a:xfrm>
            <a:off x="922655" y="4439285"/>
            <a:ext cx="3505835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形状19"/>
          <p:cNvCxnSpPr/>
          <p:nvPr userDrawn="1">
            <p:custDataLst>
              <p:tags r:id="rId10"/>
            </p:custDataLst>
          </p:nvPr>
        </p:nvCxnSpPr>
        <p:spPr>
          <a:xfrm flipH="1">
            <a:off x="0" y="0"/>
            <a:ext cx="526843" cy="132801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922816" y="2265314"/>
            <a:ext cx="2880000" cy="1239886"/>
          </a:xfrm>
        </p:spPr>
        <p:txBody>
          <a:bodyPr wrap="square" anchor="ctr" anchorCtr="0">
            <a:normAutofit/>
          </a:bodyPr>
          <a:lstStyle>
            <a:lvl1pPr>
              <a:defRPr sz="7200">
                <a:gradFill>
                  <a:gsLst>
                    <a:gs pos="0">
                      <a:schemeClr val="accent1">
                        <a:lumMod val="90000"/>
                        <a:alpha val="100000"/>
                      </a:schemeClr>
                    </a:gs>
                    <a:gs pos="100000">
                      <a:schemeClr val="accent1">
                        <a:lumMod val="90000"/>
                        <a:alpha val="10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: 形状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6959600" cy="6858000"/>
          </a:xfrm>
          <a:custGeom>
            <a:avLst/>
            <a:gdLst>
              <a:gd name="connsiteX0" fmla="*/ 1071222 w 6959600"/>
              <a:gd name="connsiteY0" fmla="*/ 0 h 6857999"/>
              <a:gd name="connsiteX1" fmla="*/ 6959600 w 6959600"/>
              <a:gd name="connsiteY1" fmla="*/ 0 h 6857999"/>
              <a:gd name="connsiteX2" fmla="*/ 5155055 w 6959600"/>
              <a:gd name="connsiteY2" fmla="*/ 6857999 h 6857999"/>
              <a:gd name="connsiteX3" fmla="*/ 0 w 6959600"/>
              <a:gd name="connsiteY3" fmla="*/ 6857999 h 6857999"/>
              <a:gd name="connsiteX4" fmla="*/ 0 w 6959600"/>
              <a:gd name="connsiteY4" fmla="*/ 40710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9600" h="6857999">
                <a:moveTo>
                  <a:pt x="1071222" y="0"/>
                </a:moveTo>
                <a:lnTo>
                  <a:pt x="6959600" y="0"/>
                </a:lnTo>
                <a:lnTo>
                  <a:pt x="5155055" y="6857999"/>
                </a:lnTo>
                <a:lnTo>
                  <a:pt x="0" y="6857999"/>
                </a:lnTo>
                <a:lnTo>
                  <a:pt x="0" y="4071076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90000"/>
                  <a:lumOff val="10000"/>
                </a:schemeClr>
              </a:gs>
              <a:gs pos="0">
                <a:schemeClr val="bg2">
                  <a:alpha val="52000"/>
                  <a:lumMod val="94000"/>
                  <a:lumOff val="6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sym typeface="+mn-ea"/>
            </a:endParaRPr>
          </a:p>
        </p:txBody>
      </p:sp>
      <p:sp>
        <p:nvSpPr>
          <p:cNvPr id="27" name="平行四边形 26"/>
          <p:cNvSpPr/>
          <p:nvPr userDrawn="1">
            <p:custDataLst>
              <p:tags r:id="rId3"/>
            </p:custDataLst>
          </p:nvPr>
        </p:nvSpPr>
        <p:spPr>
          <a:xfrm>
            <a:off x="5135245" y="0"/>
            <a:ext cx="3860800" cy="6858000"/>
          </a:xfrm>
          <a:prstGeom prst="parallelogram">
            <a:avLst>
              <a:gd name="adj" fmla="val 46903"/>
            </a:avLst>
          </a:prstGeom>
          <a:gradFill flip="none" rotWithShape="1">
            <a:gsLst>
              <a:gs pos="100000">
                <a:schemeClr val="bg2">
                  <a:lumMod val="85000"/>
                  <a:lumOff val="15000"/>
                  <a:alpha val="0"/>
                </a:schemeClr>
              </a:gs>
              <a:gs pos="0">
                <a:schemeClr val="bg2">
                  <a:lumMod val="95000"/>
                  <a:alpha val="99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sym typeface="+mn-ea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4"/>
            </p:custDataLst>
          </p:nvPr>
        </p:nvSpPr>
        <p:spPr>
          <a:xfrm>
            <a:off x="8845550" y="0"/>
            <a:ext cx="3346450" cy="6858000"/>
          </a:xfrm>
          <a:custGeom>
            <a:avLst/>
            <a:gdLst>
              <a:gd name="connsiteX0" fmla="*/ 1804545 w 3346566"/>
              <a:gd name="connsiteY0" fmla="*/ 0 h 6857999"/>
              <a:gd name="connsiteX1" fmla="*/ 3346566 w 3346566"/>
              <a:gd name="connsiteY1" fmla="*/ 0 h 6857999"/>
              <a:gd name="connsiteX2" fmla="*/ 3346566 w 3346566"/>
              <a:gd name="connsiteY2" fmla="*/ 6857999 h 6857999"/>
              <a:gd name="connsiteX3" fmla="*/ 0 w 334656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6566" h="6857999">
                <a:moveTo>
                  <a:pt x="1804545" y="0"/>
                </a:moveTo>
                <a:lnTo>
                  <a:pt x="3346566" y="0"/>
                </a:lnTo>
                <a:lnTo>
                  <a:pt x="3346566" y="6857999"/>
                </a:lnTo>
                <a:lnTo>
                  <a:pt x="0" y="6857999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85000"/>
                  <a:lumOff val="15000"/>
                  <a:alpha val="78000"/>
                </a:schemeClr>
              </a:gs>
              <a:gs pos="0">
                <a:schemeClr val="bg2">
                  <a:lumMod val="95000"/>
                  <a:alpha val="23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sym typeface="+mn-ea"/>
            </a:endParaRPr>
          </a:p>
        </p:txBody>
      </p:sp>
      <p:sp>
        <p:nvSpPr>
          <p:cNvPr id="10" name="形状13"/>
          <p:cNvSpPr/>
          <p:nvPr userDrawn="1">
            <p:custDataLst>
              <p:tags r:id="rId5"/>
            </p:custDataLst>
          </p:nvPr>
        </p:nvSpPr>
        <p:spPr>
          <a:xfrm flipH="1" flipV="1">
            <a:off x="496168" y="0"/>
            <a:ext cx="5715945" cy="6857996"/>
          </a:xfrm>
          <a:prstGeom prst="parallelogram">
            <a:avLst>
              <a:gd name="adj" fmla="val 29456"/>
            </a:avLst>
          </a:prstGeom>
          <a:solidFill>
            <a:schemeClr val="accent1">
              <a:alpha val="80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11" name="形状14"/>
          <p:cNvSpPr/>
          <p:nvPr userDrawn="1">
            <p:custDataLst>
              <p:tags r:id="rId6"/>
            </p:custDataLst>
          </p:nvPr>
        </p:nvSpPr>
        <p:spPr>
          <a:xfrm flipH="1" flipV="1">
            <a:off x="248083" y="0"/>
            <a:ext cx="5715945" cy="6858000"/>
          </a:xfrm>
          <a:prstGeom prst="parallelogram">
            <a:avLst>
              <a:gd name="adj" fmla="val 29456"/>
            </a:avLst>
          </a:prstGeom>
          <a:solidFill>
            <a:schemeClr val="accent1">
              <a:alpha val="75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7"/>
            </p:custDataLst>
          </p:nvPr>
        </p:nvSpPr>
        <p:spPr>
          <a:xfrm flipH="1" flipV="1">
            <a:off x="0" y="1"/>
            <a:ext cx="5715945" cy="6857998"/>
          </a:xfrm>
          <a:custGeom>
            <a:avLst/>
            <a:gdLst>
              <a:gd name="connsiteX0" fmla="*/ 4032256 w 5715945"/>
              <a:gd name="connsiteY0" fmla="*/ 6845834 h 6845834"/>
              <a:gd name="connsiteX1" fmla="*/ 0 w 5715945"/>
              <a:gd name="connsiteY1" fmla="*/ 6845834 h 6845834"/>
              <a:gd name="connsiteX2" fmla="*/ 1683689 w 5715945"/>
              <a:gd name="connsiteY2" fmla="*/ 0 h 6845834"/>
              <a:gd name="connsiteX3" fmla="*/ 5715945 w 5715945"/>
              <a:gd name="connsiteY3" fmla="*/ 0 h 684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945" h="6845834">
                <a:moveTo>
                  <a:pt x="4032256" y="6845834"/>
                </a:moveTo>
                <a:lnTo>
                  <a:pt x="0" y="6845834"/>
                </a:lnTo>
                <a:lnTo>
                  <a:pt x="1683689" y="0"/>
                </a:lnTo>
                <a:lnTo>
                  <a:pt x="5715945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alpha val="75000"/>
                </a:schemeClr>
              </a:gs>
              <a:gs pos="100000">
                <a:schemeClr val="accent1">
                  <a:lumMod val="90000"/>
                  <a:alpha val="75000"/>
                </a:schemeClr>
              </a:gs>
            </a:gsLst>
            <a:lin ang="5400000" scaled="0"/>
          </a:gra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+mn-ea"/>
            </a:endParaRPr>
          </a:p>
        </p:txBody>
      </p:sp>
      <p:cxnSp>
        <p:nvCxnSpPr>
          <p:cNvPr id="19" name="形状19"/>
          <p:cNvCxnSpPr/>
          <p:nvPr userDrawn="1">
            <p:custDataLst>
              <p:tags r:id="rId8"/>
            </p:custDataLst>
          </p:nvPr>
        </p:nvCxnSpPr>
        <p:spPr>
          <a:xfrm flipH="1">
            <a:off x="0" y="0"/>
            <a:ext cx="473572" cy="164511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857817" y="823911"/>
            <a:ext cx="5781715" cy="2712589"/>
          </a:xfrm>
        </p:spPr>
        <p:txBody>
          <a:bodyPr wrap="square" anchor="b">
            <a:normAutofit/>
          </a:bodyPr>
          <a:lstStyle>
            <a:lvl1pPr algn="r">
              <a:defRPr sz="600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5857817" y="3644500"/>
            <a:ext cx="5781715" cy="1276300"/>
          </a:xfrm>
        </p:spPr>
        <p:txBody>
          <a:bodyPr wrap="square">
            <a:normAutofit/>
          </a:bodyPr>
          <a:lstStyle>
            <a:lvl1pPr marL="0" indent="0" algn="r">
              <a:buNone/>
              <a:defRPr sz="2400" b="1">
                <a:solidFill>
                  <a:schemeClr val="tx1">
                    <a:alpha val="7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1431681" y="1105824"/>
            <a:ext cx="3514413" cy="3770975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6600" b="1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ctr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229995"/>
            <a:ext cx="5323840" cy="55499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229995"/>
            <a:ext cx="5323840" cy="55499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278255"/>
            <a:ext cx="10801985" cy="489966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任意多边形: 形状 7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6959600" cy="6858000"/>
          </a:xfrm>
          <a:custGeom>
            <a:avLst/>
            <a:gdLst>
              <a:gd name="connsiteX0" fmla="*/ 1071222 w 6959600"/>
              <a:gd name="connsiteY0" fmla="*/ 0 h 6857999"/>
              <a:gd name="connsiteX1" fmla="*/ 6959600 w 6959600"/>
              <a:gd name="connsiteY1" fmla="*/ 0 h 6857999"/>
              <a:gd name="connsiteX2" fmla="*/ 5155055 w 6959600"/>
              <a:gd name="connsiteY2" fmla="*/ 6857999 h 6857999"/>
              <a:gd name="connsiteX3" fmla="*/ 0 w 6959600"/>
              <a:gd name="connsiteY3" fmla="*/ 6857999 h 6857999"/>
              <a:gd name="connsiteX4" fmla="*/ 0 w 6959600"/>
              <a:gd name="connsiteY4" fmla="*/ 40710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9600" h="6857999">
                <a:moveTo>
                  <a:pt x="1071222" y="0"/>
                </a:moveTo>
                <a:lnTo>
                  <a:pt x="6959600" y="0"/>
                </a:lnTo>
                <a:lnTo>
                  <a:pt x="5155055" y="6857999"/>
                </a:lnTo>
                <a:lnTo>
                  <a:pt x="0" y="6857999"/>
                </a:lnTo>
                <a:lnTo>
                  <a:pt x="0" y="4071076"/>
                </a:lnTo>
                <a:close/>
              </a:path>
            </a:pathLst>
          </a:custGeom>
          <a:solidFill>
            <a:schemeClr val="bg2">
              <a:lumMod val="90000"/>
              <a:lumOff val="10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sym typeface="+mn-ea"/>
            </a:endParaRPr>
          </a:p>
        </p:txBody>
      </p:sp>
      <p:sp>
        <p:nvSpPr>
          <p:cNvPr id="73" name="平行四边形 72"/>
          <p:cNvSpPr/>
          <p:nvPr userDrawn="1">
            <p:custDataLst>
              <p:tags r:id="rId3"/>
            </p:custDataLst>
          </p:nvPr>
        </p:nvSpPr>
        <p:spPr>
          <a:xfrm>
            <a:off x="5135245" y="0"/>
            <a:ext cx="3860800" cy="6858000"/>
          </a:xfrm>
          <a:prstGeom prst="parallelogram">
            <a:avLst>
              <a:gd name="adj" fmla="val 46903"/>
            </a:avLst>
          </a:prstGeom>
          <a:gradFill flip="none" rotWithShape="1">
            <a:gsLst>
              <a:gs pos="100000">
                <a:schemeClr val="bg2">
                  <a:lumMod val="90000"/>
                  <a:lumOff val="10000"/>
                </a:schemeClr>
              </a:gs>
              <a:gs pos="0">
                <a:schemeClr val="bg2">
                  <a:lumMod val="78000"/>
                  <a:alpha val="52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4"/>
            </p:custDataLst>
          </p:nvPr>
        </p:nvSpPr>
        <p:spPr>
          <a:xfrm>
            <a:off x="8845550" y="0"/>
            <a:ext cx="3346450" cy="6858000"/>
          </a:xfrm>
          <a:custGeom>
            <a:avLst/>
            <a:gdLst>
              <a:gd name="connsiteX0" fmla="*/ 1804545 w 3346566"/>
              <a:gd name="connsiteY0" fmla="*/ 0 h 6857999"/>
              <a:gd name="connsiteX1" fmla="*/ 3346566 w 3346566"/>
              <a:gd name="connsiteY1" fmla="*/ 0 h 6857999"/>
              <a:gd name="connsiteX2" fmla="*/ 3346566 w 3346566"/>
              <a:gd name="connsiteY2" fmla="*/ 6857999 h 6857999"/>
              <a:gd name="connsiteX3" fmla="*/ 0 w 334656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6566" h="6857999">
                <a:moveTo>
                  <a:pt x="1804545" y="0"/>
                </a:moveTo>
                <a:lnTo>
                  <a:pt x="3346566" y="0"/>
                </a:lnTo>
                <a:lnTo>
                  <a:pt x="3346566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95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8" name="任意多边形: 形状 57"/>
          <p:cNvSpPr/>
          <p:nvPr userDrawn="1">
            <p:custDataLst>
              <p:tags r:id="rId5"/>
            </p:custDataLst>
          </p:nvPr>
        </p:nvSpPr>
        <p:spPr>
          <a:xfrm rot="5400000">
            <a:off x="-322573" y="322574"/>
            <a:ext cx="1002670" cy="357523"/>
          </a:xfrm>
          <a:custGeom>
            <a:avLst/>
            <a:gdLst>
              <a:gd name="connsiteX0" fmla="*/ 0 w 1002670"/>
              <a:gd name="connsiteY0" fmla="*/ 357523 h 357523"/>
              <a:gd name="connsiteX1" fmla="*/ 0 w 1002670"/>
              <a:gd name="connsiteY1" fmla="*/ 0 h 357523"/>
              <a:gd name="connsiteX2" fmla="*/ 1002670 w 1002670"/>
              <a:gd name="connsiteY2" fmla="*/ 357523 h 357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2670" h="357523">
                <a:moveTo>
                  <a:pt x="0" y="357523"/>
                </a:moveTo>
                <a:lnTo>
                  <a:pt x="0" y="0"/>
                </a:lnTo>
                <a:lnTo>
                  <a:pt x="1002670" y="3575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6"/>
            </p:custDataLst>
          </p:nvPr>
        </p:nvSpPr>
        <p:spPr>
          <a:xfrm rot="5400000">
            <a:off x="-259353" y="261258"/>
            <a:ext cx="806158" cy="287452"/>
          </a:xfrm>
          <a:custGeom>
            <a:avLst/>
            <a:gdLst>
              <a:gd name="connsiteX0" fmla="*/ 0 w 806158"/>
              <a:gd name="connsiteY0" fmla="*/ 287452 h 287452"/>
              <a:gd name="connsiteX1" fmla="*/ 0 w 806158"/>
              <a:gd name="connsiteY1" fmla="*/ 0 h 287452"/>
              <a:gd name="connsiteX2" fmla="*/ 806158 w 806158"/>
              <a:gd name="connsiteY2" fmla="*/ 287452 h 287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6158" h="287452">
                <a:moveTo>
                  <a:pt x="0" y="287452"/>
                </a:moveTo>
                <a:lnTo>
                  <a:pt x="0" y="0"/>
                </a:lnTo>
                <a:lnTo>
                  <a:pt x="806158" y="28745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cxnSp>
        <p:nvCxnSpPr>
          <p:cNvPr id="40" name="形状15"/>
          <p:cNvCxnSpPr/>
          <p:nvPr userDrawn="1">
            <p:custDataLst>
              <p:tags r:id="rId7"/>
            </p:custDataLst>
          </p:nvPr>
        </p:nvCxnSpPr>
        <p:spPr>
          <a:xfrm flipH="1">
            <a:off x="11113294" y="2544251"/>
            <a:ext cx="1075337" cy="4313749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形状17"/>
          <p:cNvSpPr/>
          <p:nvPr userDrawn="1">
            <p:custDataLst>
              <p:tags r:id="rId8"/>
            </p:custDataLst>
          </p:nvPr>
        </p:nvSpPr>
        <p:spPr>
          <a:xfrm rot="5400000" flipH="1" flipV="1">
            <a:off x="11688767" y="6354767"/>
            <a:ext cx="836613" cy="169853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9"/>
            </p:custDataLst>
          </p:nvPr>
        </p:nvSpPr>
        <p:spPr>
          <a:xfrm>
            <a:off x="6159677" y="2"/>
            <a:ext cx="5850391" cy="6857999"/>
          </a:xfrm>
          <a:custGeom>
            <a:avLst/>
            <a:gdLst>
              <a:gd name="connsiteX0" fmla="*/ 1686680 w 5850391"/>
              <a:gd name="connsiteY0" fmla="*/ 0 h 6857999"/>
              <a:gd name="connsiteX1" fmla="*/ 5850391 w 5850391"/>
              <a:gd name="connsiteY1" fmla="*/ 0 h 6857999"/>
              <a:gd name="connsiteX2" fmla="*/ 4163710 w 5850391"/>
              <a:gd name="connsiteY2" fmla="*/ 6857999 h 6857999"/>
              <a:gd name="connsiteX3" fmla="*/ 0 w 5850391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0391" h="6857999">
                <a:moveTo>
                  <a:pt x="1686680" y="0"/>
                </a:moveTo>
                <a:lnTo>
                  <a:pt x="5850391" y="0"/>
                </a:lnTo>
                <a:lnTo>
                  <a:pt x="416371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10"/>
            </p:custDataLst>
          </p:nvPr>
        </p:nvSpPr>
        <p:spPr>
          <a:xfrm>
            <a:off x="6415848" y="2"/>
            <a:ext cx="5776152" cy="6857999"/>
          </a:xfrm>
          <a:custGeom>
            <a:avLst/>
            <a:gdLst>
              <a:gd name="connsiteX0" fmla="*/ 1686681 w 5776152"/>
              <a:gd name="connsiteY0" fmla="*/ 0 h 6857999"/>
              <a:gd name="connsiteX1" fmla="*/ 5776152 w 5776152"/>
              <a:gd name="connsiteY1" fmla="*/ 0 h 6857999"/>
              <a:gd name="connsiteX2" fmla="*/ 5776152 w 5776152"/>
              <a:gd name="connsiteY2" fmla="*/ 301857 h 6857999"/>
              <a:gd name="connsiteX3" fmla="*/ 4163711 w 5776152"/>
              <a:gd name="connsiteY3" fmla="*/ 6857999 h 6857999"/>
              <a:gd name="connsiteX4" fmla="*/ 0 w 5776152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6152" h="6857999">
                <a:moveTo>
                  <a:pt x="1686681" y="0"/>
                </a:moveTo>
                <a:lnTo>
                  <a:pt x="5776152" y="0"/>
                </a:lnTo>
                <a:lnTo>
                  <a:pt x="5776152" y="301857"/>
                </a:lnTo>
                <a:lnTo>
                  <a:pt x="4163711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75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11"/>
            </p:custDataLst>
          </p:nvPr>
        </p:nvSpPr>
        <p:spPr>
          <a:xfrm>
            <a:off x="6672020" y="2"/>
            <a:ext cx="5519980" cy="6857999"/>
          </a:xfrm>
          <a:custGeom>
            <a:avLst/>
            <a:gdLst>
              <a:gd name="connsiteX0" fmla="*/ 1686681 w 5519980"/>
              <a:gd name="connsiteY0" fmla="*/ 0 h 6857999"/>
              <a:gd name="connsiteX1" fmla="*/ 5519980 w 5519980"/>
              <a:gd name="connsiteY1" fmla="*/ 0 h 6857999"/>
              <a:gd name="connsiteX2" fmla="*/ 5519980 w 5519980"/>
              <a:gd name="connsiteY2" fmla="*/ 1343446 h 6857999"/>
              <a:gd name="connsiteX3" fmla="*/ 4163711 w 5519980"/>
              <a:gd name="connsiteY3" fmla="*/ 6857999 h 6857999"/>
              <a:gd name="connsiteX4" fmla="*/ 0 w 551998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9980" h="6857999">
                <a:moveTo>
                  <a:pt x="1686681" y="0"/>
                </a:moveTo>
                <a:lnTo>
                  <a:pt x="5519980" y="0"/>
                </a:lnTo>
                <a:lnTo>
                  <a:pt x="5519980" y="1343446"/>
                </a:lnTo>
                <a:lnTo>
                  <a:pt x="4163711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alpha val="75000"/>
                </a:schemeClr>
              </a:gs>
              <a:gs pos="100000">
                <a:schemeClr val="accent1">
                  <a:lumMod val="90000"/>
                  <a:alpha val="75000"/>
                </a:schemeClr>
              </a:gs>
            </a:gsLst>
            <a:lin ang="5400000" scaled="0"/>
          </a:gra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45" name="形状23"/>
          <p:cNvSpPr/>
          <p:nvPr userDrawn="1">
            <p:custDataLst>
              <p:tags r:id="rId12"/>
            </p:custDataLst>
          </p:nvPr>
        </p:nvSpPr>
        <p:spPr>
          <a:xfrm>
            <a:off x="8034794" y="2274072"/>
            <a:ext cx="1379429" cy="2750974"/>
          </a:xfrm>
          <a:prstGeom prst="chevron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6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形状24"/>
          <p:cNvSpPr/>
          <p:nvPr userDrawn="1">
            <p:custDataLst>
              <p:tags r:id="rId13"/>
            </p:custDataLst>
          </p:nvPr>
        </p:nvSpPr>
        <p:spPr>
          <a:xfrm>
            <a:off x="9608358" y="2274072"/>
            <a:ext cx="1379429" cy="2750974"/>
          </a:xfrm>
          <a:prstGeom prst="chevron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6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7" name="形状19"/>
          <p:cNvCxnSpPr/>
          <p:nvPr userDrawn="1">
            <p:custDataLst>
              <p:tags r:id="rId14"/>
            </p:custDataLst>
          </p:nvPr>
        </p:nvCxnSpPr>
        <p:spPr>
          <a:xfrm flipH="1">
            <a:off x="0" y="0"/>
            <a:ext cx="526843" cy="132801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形状12"/>
          <p:cNvSpPr/>
          <p:nvPr userDrawn="1">
            <p:custDataLst>
              <p:tags r:id="rId15"/>
            </p:custDataLst>
          </p:nvPr>
        </p:nvSpPr>
        <p:spPr>
          <a:xfrm rot="16200000">
            <a:off x="530715" y="5068919"/>
            <a:ext cx="269540" cy="125668"/>
          </a:xfrm>
          <a:custGeom>
            <a:avLst/>
            <a:gdLst>
              <a:gd name="connsiteX0" fmla="*/ 0 w 342900"/>
              <a:gd name="connsiteY0" fmla="*/ 0 h 171450"/>
              <a:gd name="connsiteX1" fmla="*/ 342900 w 342900"/>
              <a:gd name="connsiteY1" fmla="*/ 0 h 171450"/>
              <a:gd name="connsiteX2" fmla="*/ 171450 w 342900"/>
              <a:gd name="connsiteY2" fmla="*/ 171450 h 171450"/>
              <a:gd name="connsiteX3" fmla="*/ 0 w 342900"/>
              <a:gd name="connsiteY3" fmla="*/ 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" h="171450">
                <a:moveTo>
                  <a:pt x="0" y="0"/>
                </a:moveTo>
                <a:lnTo>
                  <a:pt x="342900" y="0"/>
                </a:lnTo>
                <a:cubicBezTo>
                  <a:pt x="248211" y="0"/>
                  <a:pt x="171450" y="76761"/>
                  <a:pt x="171450" y="171450"/>
                </a:cubicBezTo>
                <a:cubicBezTo>
                  <a:pt x="171450" y="76761"/>
                  <a:pt x="94689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alpha val="100000"/>
                </a:schemeClr>
              </a:gs>
              <a:gs pos="100000">
                <a:schemeClr val="accent1">
                  <a:lumMod val="90000"/>
                  <a:alpha val="100000"/>
                </a:schemeClr>
              </a:gs>
            </a:gsLst>
            <a:lin ang="5400000" scaled="0"/>
          </a:gradFill>
          <a:ln w="254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13" name="形状13"/>
          <p:cNvSpPr/>
          <p:nvPr userDrawn="1">
            <p:custDataLst>
              <p:tags r:id="rId16"/>
            </p:custDataLst>
          </p:nvPr>
        </p:nvSpPr>
        <p:spPr>
          <a:xfrm rot="16200000">
            <a:off x="685209" y="5068919"/>
            <a:ext cx="269540" cy="125668"/>
          </a:xfrm>
          <a:custGeom>
            <a:avLst/>
            <a:gdLst>
              <a:gd name="connsiteX0" fmla="*/ 0 w 342900"/>
              <a:gd name="connsiteY0" fmla="*/ 0 h 171450"/>
              <a:gd name="connsiteX1" fmla="*/ 342900 w 342900"/>
              <a:gd name="connsiteY1" fmla="*/ 0 h 171450"/>
              <a:gd name="connsiteX2" fmla="*/ 171450 w 342900"/>
              <a:gd name="connsiteY2" fmla="*/ 171450 h 171450"/>
              <a:gd name="connsiteX3" fmla="*/ 0 w 342900"/>
              <a:gd name="connsiteY3" fmla="*/ 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" h="171450">
                <a:moveTo>
                  <a:pt x="0" y="0"/>
                </a:moveTo>
                <a:lnTo>
                  <a:pt x="342900" y="0"/>
                </a:lnTo>
                <a:cubicBezTo>
                  <a:pt x="248211" y="0"/>
                  <a:pt x="171450" y="76761"/>
                  <a:pt x="171450" y="171450"/>
                </a:cubicBezTo>
                <a:cubicBezTo>
                  <a:pt x="171450" y="76761"/>
                  <a:pt x="94689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alpha val="100000"/>
                </a:schemeClr>
              </a:gs>
              <a:gs pos="100000">
                <a:schemeClr val="accent1">
                  <a:lumMod val="90000"/>
                  <a:alpha val="100000"/>
                </a:schemeClr>
              </a:gs>
            </a:gsLst>
            <a:lin ang="5400000" scaled="0"/>
          </a:gradFill>
          <a:ln w="254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15" name="形状14"/>
          <p:cNvSpPr/>
          <p:nvPr userDrawn="1">
            <p:custDataLst>
              <p:tags r:id="rId17"/>
            </p:custDataLst>
          </p:nvPr>
        </p:nvSpPr>
        <p:spPr>
          <a:xfrm rot="16200000">
            <a:off x="839703" y="5068919"/>
            <a:ext cx="269540" cy="125668"/>
          </a:xfrm>
          <a:custGeom>
            <a:avLst/>
            <a:gdLst>
              <a:gd name="connsiteX0" fmla="*/ 0 w 342900"/>
              <a:gd name="connsiteY0" fmla="*/ 0 h 171450"/>
              <a:gd name="connsiteX1" fmla="*/ 342900 w 342900"/>
              <a:gd name="connsiteY1" fmla="*/ 0 h 171450"/>
              <a:gd name="connsiteX2" fmla="*/ 171450 w 342900"/>
              <a:gd name="connsiteY2" fmla="*/ 171450 h 171450"/>
              <a:gd name="connsiteX3" fmla="*/ 0 w 342900"/>
              <a:gd name="connsiteY3" fmla="*/ 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" h="171450">
                <a:moveTo>
                  <a:pt x="0" y="0"/>
                </a:moveTo>
                <a:lnTo>
                  <a:pt x="342900" y="0"/>
                </a:lnTo>
                <a:cubicBezTo>
                  <a:pt x="248211" y="0"/>
                  <a:pt x="171450" y="76761"/>
                  <a:pt x="171450" y="171450"/>
                </a:cubicBezTo>
                <a:cubicBezTo>
                  <a:pt x="171450" y="76761"/>
                  <a:pt x="94689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alpha val="100000"/>
                </a:schemeClr>
              </a:gs>
              <a:gs pos="100000">
                <a:schemeClr val="accent1">
                  <a:lumMod val="90000"/>
                  <a:alpha val="100000"/>
                </a:schemeClr>
              </a:gs>
            </a:gsLst>
            <a:lin ang="5400000" scaled="0"/>
          </a:gradFill>
          <a:ln w="254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8"/>
            </p:custDataLst>
          </p:nvPr>
        </p:nvSpPr>
        <p:spPr>
          <a:xfrm>
            <a:off x="602651" y="2645749"/>
            <a:ext cx="6166449" cy="2006408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660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9"/>
            </p:custDataLst>
          </p:nvPr>
        </p:nvSpPr>
        <p:spPr>
          <a:xfrm>
            <a:off x="602651" y="1316350"/>
            <a:ext cx="6166449" cy="1192874"/>
          </a:xfrm>
        </p:spPr>
        <p:txBody>
          <a:bodyPr wrap="square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gradFill>
                  <a:gsLst>
                    <a:gs pos="0">
                      <a:schemeClr val="accent1">
                        <a:lumMod val="90000"/>
                        <a:alpha val="50000"/>
                      </a:schemeClr>
                    </a:gs>
                    <a:gs pos="100000">
                      <a:schemeClr val="accent1">
                        <a:lumMod val="90000"/>
                        <a:alpha val="5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1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3"/>
            </p:custDataLst>
          </p:nvPr>
        </p:nvSpPr>
        <p:spPr>
          <a:xfrm>
            <a:off x="599440" y="577215"/>
            <a:ext cx="3779520" cy="50419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4"/>
            </p:custDataLst>
          </p:nvPr>
        </p:nvSpPr>
        <p:spPr>
          <a:xfrm>
            <a:off x="1138555" y="4686300"/>
            <a:ext cx="3239770" cy="890905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: 形状 35"/>
          <p:cNvSpPr/>
          <p:nvPr userDrawn="1">
            <p:custDataLst>
              <p:tags r:id="rId2"/>
            </p:custDataLst>
          </p:nvPr>
        </p:nvSpPr>
        <p:spPr>
          <a:xfrm>
            <a:off x="6922327" y="0"/>
            <a:ext cx="4255001" cy="6858000"/>
          </a:xfrm>
          <a:custGeom>
            <a:avLst/>
            <a:gdLst>
              <a:gd name="connsiteX0" fmla="*/ 10047 w 4255001"/>
              <a:gd name="connsiteY0" fmla="*/ 0 h 6858000"/>
              <a:gd name="connsiteX1" fmla="*/ 1582133 w 4255001"/>
              <a:gd name="connsiteY1" fmla="*/ 0 h 6858000"/>
              <a:gd name="connsiteX2" fmla="*/ 4255001 w 4255001"/>
              <a:gd name="connsiteY2" fmla="*/ 3421116 h 6858000"/>
              <a:gd name="connsiteX3" fmla="*/ 4253144 w 4255001"/>
              <a:gd name="connsiteY3" fmla="*/ 3422567 h 6858000"/>
              <a:gd name="connsiteX4" fmla="*/ 4255000 w 4255001"/>
              <a:gd name="connsiteY4" fmla="*/ 3424018 h 6858000"/>
              <a:gd name="connsiteX5" fmla="*/ 1572143 w 4255001"/>
              <a:gd name="connsiteY5" fmla="*/ 6858000 h 6858000"/>
              <a:gd name="connsiteX6" fmla="*/ 0 w 4255001"/>
              <a:gd name="connsiteY6" fmla="*/ 6858000 h 6858000"/>
              <a:gd name="connsiteX7" fmla="*/ 2684020 w 4255001"/>
              <a:gd name="connsiteY7" fmla="*/ 3422531 h 6858000"/>
              <a:gd name="connsiteX8" fmla="*/ 10047 w 4255001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5001" h="6858000">
                <a:moveTo>
                  <a:pt x="10047" y="0"/>
                </a:moveTo>
                <a:lnTo>
                  <a:pt x="1582133" y="0"/>
                </a:lnTo>
                <a:lnTo>
                  <a:pt x="4255001" y="3421116"/>
                </a:lnTo>
                <a:lnTo>
                  <a:pt x="4253144" y="3422567"/>
                </a:lnTo>
                <a:lnTo>
                  <a:pt x="4255000" y="3424018"/>
                </a:lnTo>
                <a:lnTo>
                  <a:pt x="1572143" y="6858000"/>
                </a:lnTo>
                <a:lnTo>
                  <a:pt x="0" y="6858000"/>
                </a:lnTo>
                <a:lnTo>
                  <a:pt x="2684020" y="3422531"/>
                </a:lnTo>
                <a:lnTo>
                  <a:pt x="10047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5" name="任意多边形: 形状 44"/>
          <p:cNvSpPr/>
          <p:nvPr userDrawn="1">
            <p:custDataLst>
              <p:tags r:id="rId3"/>
            </p:custDataLst>
          </p:nvPr>
        </p:nvSpPr>
        <p:spPr>
          <a:xfrm>
            <a:off x="8102006" y="1"/>
            <a:ext cx="4088966" cy="6857998"/>
          </a:xfrm>
          <a:custGeom>
            <a:avLst/>
            <a:gdLst>
              <a:gd name="connsiteX0" fmla="*/ 0 w 4088966"/>
              <a:gd name="connsiteY0" fmla="*/ 0 h 6857998"/>
              <a:gd name="connsiteX1" fmla="*/ 1572086 w 4088966"/>
              <a:gd name="connsiteY1" fmla="*/ 0 h 6857998"/>
              <a:gd name="connsiteX2" fmla="*/ 4088966 w 4088966"/>
              <a:gd name="connsiteY2" fmla="*/ 3221459 h 6857998"/>
              <a:gd name="connsiteX3" fmla="*/ 4088966 w 4088966"/>
              <a:gd name="connsiteY3" fmla="*/ 3646538 h 6857998"/>
              <a:gd name="connsiteX4" fmla="*/ 1579958 w 4088966"/>
              <a:gd name="connsiteY4" fmla="*/ 6857997 h 6857998"/>
              <a:gd name="connsiteX5" fmla="*/ 7814 w 4088966"/>
              <a:gd name="connsiteY5" fmla="*/ 6857998 h 6857998"/>
              <a:gd name="connsiteX6" fmla="*/ 2682903 w 4088966"/>
              <a:gd name="connsiteY6" fmla="*/ 343396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88966" h="6857998">
                <a:moveTo>
                  <a:pt x="0" y="0"/>
                </a:moveTo>
                <a:lnTo>
                  <a:pt x="1572086" y="0"/>
                </a:lnTo>
                <a:lnTo>
                  <a:pt x="4088966" y="3221459"/>
                </a:lnTo>
                <a:lnTo>
                  <a:pt x="4088966" y="3646538"/>
                </a:lnTo>
                <a:lnTo>
                  <a:pt x="1579958" y="6857997"/>
                </a:lnTo>
                <a:lnTo>
                  <a:pt x="7814" y="6857998"/>
                </a:lnTo>
                <a:lnTo>
                  <a:pt x="2682903" y="343396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9" name="任意多边形: 形状 38"/>
          <p:cNvSpPr/>
          <p:nvPr userDrawn="1">
            <p:custDataLst>
              <p:tags r:id="rId4"/>
            </p:custDataLst>
          </p:nvPr>
        </p:nvSpPr>
        <p:spPr>
          <a:xfrm>
            <a:off x="7385876" y="0"/>
            <a:ext cx="4255002" cy="6858000"/>
          </a:xfrm>
          <a:custGeom>
            <a:avLst/>
            <a:gdLst>
              <a:gd name="connsiteX0" fmla="*/ 10048 w 4255002"/>
              <a:gd name="connsiteY0" fmla="*/ 0 h 6858000"/>
              <a:gd name="connsiteX1" fmla="*/ 1582134 w 4255002"/>
              <a:gd name="connsiteY1" fmla="*/ 0 h 6858000"/>
              <a:gd name="connsiteX2" fmla="*/ 4255002 w 4255002"/>
              <a:gd name="connsiteY2" fmla="*/ 3421116 h 6858000"/>
              <a:gd name="connsiteX3" fmla="*/ 4253145 w 4255002"/>
              <a:gd name="connsiteY3" fmla="*/ 3422567 h 6858000"/>
              <a:gd name="connsiteX4" fmla="*/ 4255001 w 4255002"/>
              <a:gd name="connsiteY4" fmla="*/ 3424018 h 6858000"/>
              <a:gd name="connsiteX5" fmla="*/ 1572144 w 4255002"/>
              <a:gd name="connsiteY5" fmla="*/ 6858000 h 6858000"/>
              <a:gd name="connsiteX6" fmla="*/ 0 w 4255002"/>
              <a:gd name="connsiteY6" fmla="*/ 6857999 h 6858000"/>
              <a:gd name="connsiteX7" fmla="*/ 2684021 w 4255002"/>
              <a:gd name="connsiteY7" fmla="*/ 3422531 h 6858000"/>
              <a:gd name="connsiteX8" fmla="*/ 10048 w 4255002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5002" h="6858000">
                <a:moveTo>
                  <a:pt x="10048" y="0"/>
                </a:moveTo>
                <a:lnTo>
                  <a:pt x="1582134" y="0"/>
                </a:lnTo>
                <a:lnTo>
                  <a:pt x="4255002" y="3421116"/>
                </a:lnTo>
                <a:lnTo>
                  <a:pt x="4253145" y="3422567"/>
                </a:lnTo>
                <a:lnTo>
                  <a:pt x="4255001" y="3424018"/>
                </a:lnTo>
                <a:lnTo>
                  <a:pt x="1572144" y="6858000"/>
                </a:lnTo>
                <a:lnTo>
                  <a:pt x="0" y="6857999"/>
                </a:lnTo>
                <a:lnTo>
                  <a:pt x="2684021" y="3422531"/>
                </a:lnTo>
                <a:lnTo>
                  <a:pt x="10048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>
            <a:off x="875665" y="5866130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>
            <a:off x="875665" y="6104255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>
            <a:off x="1123315" y="5866130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1123315" y="6104255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>
            <a:off x="1369695" y="6104255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>
            <a:spLocks noChangeAspect="1"/>
          </p:cNvSpPr>
          <p:nvPr userDrawn="1">
            <p:custDataLst>
              <p:tags r:id="rId10"/>
            </p:custDataLst>
          </p:nvPr>
        </p:nvSpPr>
        <p:spPr>
          <a:xfrm>
            <a:off x="1616710" y="6104255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792000" y="2653200"/>
            <a:ext cx="7632000" cy="163761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791845" y="1878965"/>
            <a:ext cx="7632700" cy="582930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3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867600" y="4363200"/>
            <a:ext cx="2880000" cy="576000"/>
          </a:xfrm>
          <a:prstGeom prst="chevron">
            <a:avLst>
              <a:gd name="adj" fmla="val 30157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480000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37600" y="853200"/>
            <a:ext cx="2779200" cy="925200"/>
          </a:xfrm>
        </p:spPr>
        <p:txBody>
          <a:bodyPr wrap="square" anchor="ctr">
            <a:normAutofit/>
          </a:bodyPr>
          <a:lstStyle>
            <a:lvl1pPr>
              <a:defRPr sz="60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矩形 3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 flipH="1">
            <a:off x="10922635" y="1105535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 flipH="1">
            <a:off x="10922635" y="1343660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 flipH="1">
            <a:off x="10674985" y="1105535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flipH="1">
            <a:off x="10674985" y="1343660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 userDrawn="1">
            <p:custDataLst>
              <p:tags r:id="rId10"/>
            </p:custDataLst>
          </p:nvPr>
        </p:nvSpPr>
        <p:spPr>
          <a:xfrm flipH="1">
            <a:off x="10428605" y="1343660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11"/>
            </p:custDataLst>
          </p:nvPr>
        </p:nvSpPr>
        <p:spPr>
          <a:xfrm flipH="1">
            <a:off x="10181590" y="1343660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/>
          <p:cNvSpPr/>
          <p:nvPr userDrawn="1">
            <p:custDataLst>
              <p:tags r:id="rId2"/>
            </p:custDataLst>
          </p:nvPr>
        </p:nvSpPr>
        <p:spPr>
          <a:xfrm>
            <a:off x="1027" y="0"/>
            <a:ext cx="3393240" cy="6858000"/>
          </a:xfrm>
          <a:custGeom>
            <a:avLst/>
            <a:gdLst>
              <a:gd name="connsiteX0" fmla="*/ 0 w 3393240"/>
              <a:gd name="connsiteY0" fmla="*/ 0 h 6858000"/>
              <a:gd name="connsiteX1" fmla="*/ 720451 w 3393240"/>
              <a:gd name="connsiteY1" fmla="*/ 1 h 6858000"/>
              <a:gd name="connsiteX2" fmla="*/ 3393240 w 3393240"/>
              <a:gd name="connsiteY2" fmla="*/ 3421015 h 6858000"/>
              <a:gd name="connsiteX3" fmla="*/ 3391382 w 3393240"/>
              <a:gd name="connsiteY3" fmla="*/ 3422466 h 6858000"/>
              <a:gd name="connsiteX4" fmla="*/ 3393239 w 3393240"/>
              <a:gd name="connsiteY4" fmla="*/ 3423917 h 6858000"/>
              <a:gd name="connsiteX5" fmla="*/ 710239 w 3393240"/>
              <a:gd name="connsiteY5" fmla="*/ 6858000 h 6858000"/>
              <a:gd name="connsiteX6" fmla="*/ 0 w 3393240"/>
              <a:gd name="connsiteY6" fmla="*/ 6858000 h 6858000"/>
              <a:gd name="connsiteX7" fmla="*/ 0 w 3393240"/>
              <a:gd name="connsiteY7" fmla="*/ 5754817 h 6858000"/>
              <a:gd name="connsiteX8" fmla="*/ 1822233 w 3393240"/>
              <a:gd name="connsiteY8" fmla="*/ 3422467 h 6858000"/>
              <a:gd name="connsiteX9" fmla="*/ 0 w 3393240"/>
              <a:gd name="connsiteY9" fmla="*/ 1090115 h 6858000"/>
              <a:gd name="connsiteX10" fmla="*/ 0 w 339324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93240" h="6858000">
                <a:moveTo>
                  <a:pt x="0" y="0"/>
                </a:moveTo>
                <a:lnTo>
                  <a:pt x="720451" y="1"/>
                </a:lnTo>
                <a:lnTo>
                  <a:pt x="3393240" y="3421015"/>
                </a:lnTo>
                <a:lnTo>
                  <a:pt x="3391382" y="3422466"/>
                </a:lnTo>
                <a:lnTo>
                  <a:pt x="3393239" y="3423917"/>
                </a:lnTo>
                <a:lnTo>
                  <a:pt x="710239" y="6858000"/>
                </a:lnTo>
                <a:lnTo>
                  <a:pt x="0" y="6858000"/>
                </a:lnTo>
                <a:lnTo>
                  <a:pt x="0" y="5754817"/>
                </a:lnTo>
                <a:lnTo>
                  <a:pt x="1822233" y="3422467"/>
                </a:lnTo>
                <a:lnTo>
                  <a:pt x="0" y="1090115"/>
                </a:lnTo>
                <a:lnTo>
                  <a:pt x="0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"/>
            </p:custDataLst>
          </p:nvPr>
        </p:nvSpPr>
        <p:spPr>
          <a:xfrm>
            <a:off x="319213" y="1"/>
            <a:ext cx="4253614" cy="6858000"/>
          </a:xfrm>
          <a:custGeom>
            <a:avLst/>
            <a:gdLst>
              <a:gd name="connsiteX0" fmla="*/ 0 w 4253614"/>
              <a:gd name="connsiteY0" fmla="*/ 0 h 6858000"/>
              <a:gd name="connsiteX1" fmla="*/ 1572141 w 4253614"/>
              <a:gd name="connsiteY1" fmla="*/ 0 h 6858000"/>
              <a:gd name="connsiteX2" fmla="*/ 4253613 w 4253614"/>
              <a:gd name="connsiteY2" fmla="*/ 3432127 h 6858000"/>
              <a:gd name="connsiteX3" fmla="*/ 4251756 w 4253614"/>
              <a:gd name="connsiteY3" fmla="*/ 3433579 h 6858000"/>
              <a:gd name="connsiteX4" fmla="*/ 4253614 w 4253614"/>
              <a:gd name="connsiteY4" fmla="*/ 3435029 h 6858000"/>
              <a:gd name="connsiteX5" fmla="*/ 1579296 w 4253614"/>
              <a:gd name="connsiteY5" fmla="*/ 6858000 h 6858000"/>
              <a:gd name="connsiteX6" fmla="*/ 7155 w 4253614"/>
              <a:gd name="connsiteY6" fmla="*/ 6857999 h 6858000"/>
              <a:gd name="connsiteX7" fmla="*/ 2682607 w 4253614"/>
              <a:gd name="connsiteY7" fmla="*/ 3433579 h 6858000"/>
              <a:gd name="connsiteX8" fmla="*/ 0 w 4253614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3614" h="6858000">
                <a:moveTo>
                  <a:pt x="0" y="0"/>
                </a:moveTo>
                <a:lnTo>
                  <a:pt x="1572141" y="0"/>
                </a:lnTo>
                <a:lnTo>
                  <a:pt x="4253613" y="3432127"/>
                </a:lnTo>
                <a:lnTo>
                  <a:pt x="4251756" y="3433579"/>
                </a:lnTo>
                <a:lnTo>
                  <a:pt x="4253614" y="3435029"/>
                </a:lnTo>
                <a:lnTo>
                  <a:pt x="1579296" y="6858000"/>
                </a:lnTo>
                <a:lnTo>
                  <a:pt x="7155" y="6857999"/>
                </a:lnTo>
                <a:lnTo>
                  <a:pt x="2682607" y="34335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7" name="任意多边形: 形状 36"/>
          <p:cNvSpPr/>
          <p:nvPr userDrawn="1">
            <p:custDataLst>
              <p:tags r:id="rId4"/>
            </p:custDataLst>
          </p:nvPr>
        </p:nvSpPr>
        <p:spPr>
          <a:xfrm>
            <a:off x="1026" y="0"/>
            <a:ext cx="3856790" cy="6858000"/>
          </a:xfrm>
          <a:custGeom>
            <a:avLst/>
            <a:gdLst>
              <a:gd name="connsiteX0" fmla="*/ 1183999 w 3856790"/>
              <a:gd name="connsiteY0" fmla="*/ 0 h 6858000"/>
              <a:gd name="connsiteX1" fmla="*/ 3856790 w 3856790"/>
              <a:gd name="connsiteY1" fmla="*/ 3421016 h 6858000"/>
              <a:gd name="connsiteX2" fmla="*/ 3854932 w 3856790"/>
              <a:gd name="connsiteY2" fmla="*/ 3422467 h 6858000"/>
              <a:gd name="connsiteX3" fmla="*/ 3856789 w 3856790"/>
              <a:gd name="connsiteY3" fmla="*/ 3423919 h 6858000"/>
              <a:gd name="connsiteX4" fmla="*/ 1173791 w 3856790"/>
              <a:gd name="connsiteY4" fmla="*/ 6858000 h 6858000"/>
              <a:gd name="connsiteX5" fmla="*/ 0 w 3856790"/>
              <a:gd name="connsiteY5" fmla="*/ 6858000 h 6858000"/>
              <a:gd name="connsiteX6" fmla="*/ 0 w 3856790"/>
              <a:gd name="connsiteY6" fmla="*/ 6348134 h 6858000"/>
              <a:gd name="connsiteX7" fmla="*/ 2285782 w 3856790"/>
              <a:gd name="connsiteY7" fmla="*/ 3422467 h 6858000"/>
              <a:gd name="connsiteX8" fmla="*/ 0 w 3856790"/>
              <a:gd name="connsiteY8" fmla="*/ 496800 h 6858000"/>
              <a:gd name="connsiteX9" fmla="*/ 0 w 3856790"/>
              <a:gd name="connsiteY9" fmla="*/ 1 h 6858000"/>
              <a:gd name="connsiteX10" fmla="*/ 1183999 w 385679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56790" h="6858000">
                <a:moveTo>
                  <a:pt x="1183999" y="0"/>
                </a:moveTo>
                <a:lnTo>
                  <a:pt x="3856790" y="3421016"/>
                </a:lnTo>
                <a:lnTo>
                  <a:pt x="3854932" y="3422467"/>
                </a:lnTo>
                <a:lnTo>
                  <a:pt x="3856789" y="3423919"/>
                </a:lnTo>
                <a:lnTo>
                  <a:pt x="1173791" y="6858000"/>
                </a:lnTo>
                <a:lnTo>
                  <a:pt x="0" y="6858000"/>
                </a:lnTo>
                <a:lnTo>
                  <a:pt x="0" y="6348134"/>
                </a:lnTo>
                <a:lnTo>
                  <a:pt x="2285782" y="3422467"/>
                </a:lnTo>
                <a:lnTo>
                  <a:pt x="0" y="496800"/>
                </a:lnTo>
                <a:lnTo>
                  <a:pt x="0" y="1"/>
                </a:lnTo>
                <a:lnTo>
                  <a:pt x="118399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 flipH="1">
            <a:off x="11382893" y="586637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 flipH="1">
            <a:off x="11382893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 flipH="1">
            <a:off x="11135238" y="586637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 flipH="1">
            <a:off x="11135238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flipH="1">
            <a:off x="10888956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10"/>
            </p:custDataLst>
          </p:nvPr>
        </p:nvSpPr>
        <p:spPr>
          <a:xfrm flipH="1">
            <a:off x="10641837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>
            <p:custDataLst>
              <p:tags r:id="rId11"/>
            </p:custDataLst>
          </p:nvPr>
        </p:nvSpPr>
        <p:spPr>
          <a:xfrm flipH="1">
            <a:off x="5564051" y="3197355"/>
            <a:ext cx="2484000" cy="18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436000" y="3600000"/>
            <a:ext cx="6534000" cy="2055600"/>
          </a:xfrm>
        </p:spPr>
        <p:txBody>
          <a:bodyPr wrap="square" anchor="t">
            <a:normAutofit/>
          </a:bodyPr>
          <a:lstStyle>
            <a:lvl1pPr algn="l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5436000" y="2005200"/>
            <a:ext cx="3895200" cy="831600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48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31"/>
          <p:cNvSpPr/>
          <p:nvPr userDrawn="1">
            <p:custDataLst>
              <p:tags r:id="rId2"/>
            </p:custDataLst>
          </p:nvPr>
        </p:nvSpPr>
        <p:spPr>
          <a:xfrm>
            <a:off x="1710632" y="0"/>
            <a:ext cx="4326440" cy="6857999"/>
          </a:xfrm>
          <a:custGeom>
            <a:avLst/>
            <a:gdLst>
              <a:gd name="connsiteX0" fmla="*/ 2601428 w 4326440"/>
              <a:gd name="connsiteY0" fmla="*/ 0 h 6857999"/>
              <a:gd name="connsiteX1" fmla="*/ 4173514 w 4326440"/>
              <a:gd name="connsiteY1" fmla="*/ 0 h 6857999"/>
              <a:gd name="connsiteX2" fmla="*/ 1570981 w 4326440"/>
              <a:gd name="connsiteY2" fmla="*/ 3331090 h 6857999"/>
              <a:gd name="connsiteX3" fmla="*/ 4326440 w 4326440"/>
              <a:gd name="connsiteY3" fmla="*/ 6857999 h 6857999"/>
              <a:gd name="connsiteX4" fmla="*/ 2754297 w 4326440"/>
              <a:gd name="connsiteY4" fmla="*/ 6857999 h 6857999"/>
              <a:gd name="connsiteX5" fmla="*/ 1 w 4326440"/>
              <a:gd name="connsiteY5" fmla="*/ 3332577 h 6857999"/>
              <a:gd name="connsiteX6" fmla="*/ 1858 w 4326440"/>
              <a:gd name="connsiteY6" fmla="*/ 3331127 h 6857999"/>
              <a:gd name="connsiteX7" fmla="*/ 0 w 4326440"/>
              <a:gd name="connsiteY7" fmla="*/ 3329676 h 6857999"/>
              <a:gd name="connsiteX8" fmla="*/ 2601428 w 432644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26440" h="6857999">
                <a:moveTo>
                  <a:pt x="2601428" y="0"/>
                </a:moveTo>
                <a:lnTo>
                  <a:pt x="4173514" y="0"/>
                </a:lnTo>
                <a:lnTo>
                  <a:pt x="1570981" y="3331090"/>
                </a:lnTo>
                <a:lnTo>
                  <a:pt x="4326440" y="6857999"/>
                </a:lnTo>
                <a:lnTo>
                  <a:pt x="2754297" y="6857999"/>
                </a:lnTo>
                <a:lnTo>
                  <a:pt x="1" y="3332577"/>
                </a:lnTo>
                <a:lnTo>
                  <a:pt x="1858" y="3331127"/>
                </a:lnTo>
                <a:lnTo>
                  <a:pt x="0" y="3329676"/>
                </a:lnTo>
                <a:lnTo>
                  <a:pt x="2601428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3"/>
            </p:custDataLst>
          </p:nvPr>
        </p:nvSpPr>
        <p:spPr>
          <a:xfrm>
            <a:off x="532072" y="0"/>
            <a:ext cx="4317512" cy="6857999"/>
          </a:xfrm>
          <a:custGeom>
            <a:avLst/>
            <a:gdLst>
              <a:gd name="connsiteX0" fmla="*/ 2610358 w 4317512"/>
              <a:gd name="connsiteY0" fmla="*/ 0 h 6857999"/>
              <a:gd name="connsiteX1" fmla="*/ 4182444 w 4317512"/>
              <a:gd name="connsiteY1" fmla="*/ 1 h 6857999"/>
              <a:gd name="connsiteX2" fmla="*/ 1570981 w 4317512"/>
              <a:gd name="connsiteY2" fmla="*/ 3342521 h 6857999"/>
              <a:gd name="connsiteX3" fmla="*/ 4317512 w 4317512"/>
              <a:gd name="connsiteY3" fmla="*/ 6857999 h 6857999"/>
              <a:gd name="connsiteX4" fmla="*/ 2745367 w 4317512"/>
              <a:gd name="connsiteY4" fmla="*/ 6857999 h 6857999"/>
              <a:gd name="connsiteX5" fmla="*/ 1 w 4317512"/>
              <a:gd name="connsiteY5" fmla="*/ 3344008 h 6857999"/>
              <a:gd name="connsiteX6" fmla="*/ 1858 w 4317512"/>
              <a:gd name="connsiteY6" fmla="*/ 3342558 h 6857999"/>
              <a:gd name="connsiteX7" fmla="*/ 0 w 4317512"/>
              <a:gd name="connsiteY7" fmla="*/ 3341106 h 6857999"/>
              <a:gd name="connsiteX8" fmla="*/ 2610358 w 4317512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17512" h="6857999">
                <a:moveTo>
                  <a:pt x="2610358" y="0"/>
                </a:moveTo>
                <a:lnTo>
                  <a:pt x="4182444" y="1"/>
                </a:lnTo>
                <a:lnTo>
                  <a:pt x="1570981" y="3342521"/>
                </a:lnTo>
                <a:lnTo>
                  <a:pt x="4317512" y="6857999"/>
                </a:lnTo>
                <a:lnTo>
                  <a:pt x="2745367" y="6857999"/>
                </a:lnTo>
                <a:lnTo>
                  <a:pt x="1" y="3344008"/>
                </a:lnTo>
                <a:lnTo>
                  <a:pt x="1858" y="3342558"/>
                </a:lnTo>
                <a:lnTo>
                  <a:pt x="0" y="3341106"/>
                </a:lnTo>
                <a:lnTo>
                  <a:pt x="2610358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8" name="任意多边形: 形状 37"/>
          <p:cNvSpPr/>
          <p:nvPr userDrawn="1">
            <p:custDataLst>
              <p:tags r:id="rId4"/>
            </p:custDataLst>
          </p:nvPr>
        </p:nvSpPr>
        <p:spPr>
          <a:xfrm>
            <a:off x="1247082" y="0"/>
            <a:ext cx="4326440" cy="6857999"/>
          </a:xfrm>
          <a:custGeom>
            <a:avLst/>
            <a:gdLst>
              <a:gd name="connsiteX0" fmla="*/ 2601429 w 4326440"/>
              <a:gd name="connsiteY0" fmla="*/ 0 h 6857999"/>
              <a:gd name="connsiteX1" fmla="*/ 4173514 w 4326440"/>
              <a:gd name="connsiteY1" fmla="*/ 0 h 6857999"/>
              <a:gd name="connsiteX2" fmla="*/ 1570981 w 4326440"/>
              <a:gd name="connsiteY2" fmla="*/ 3331090 h 6857999"/>
              <a:gd name="connsiteX3" fmla="*/ 4326440 w 4326440"/>
              <a:gd name="connsiteY3" fmla="*/ 6857999 h 6857999"/>
              <a:gd name="connsiteX4" fmla="*/ 2754297 w 4326440"/>
              <a:gd name="connsiteY4" fmla="*/ 6857999 h 6857999"/>
              <a:gd name="connsiteX5" fmla="*/ 1 w 4326440"/>
              <a:gd name="connsiteY5" fmla="*/ 3332577 h 6857999"/>
              <a:gd name="connsiteX6" fmla="*/ 1857 w 4326440"/>
              <a:gd name="connsiteY6" fmla="*/ 3331127 h 6857999"/>
              <a:gd name="connsiteX7" fmla="*/ 0 w 4326440"/>
              <a:gd name="connsiteY7" fmla="*/ 3329676 h 6857999"/>
              <a:gd name="connsiteX8" fmla="*/ 2601429 w 432644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26440" h="6857999">
                <a:moveTo>
                  <a:pt x="2601429" y="0"/>
                </a:moveTo>
                <a:lnTo>
                  <a:pt x="4173514" y="0"/>
                </a:lnTo>
                <a:lnTo>
                  <a:pt x="1570981" y="3331090"/>
                </a:lnTo>
                <a:lnTo>
                  <a:pt x="4326440" y="6857999"/>
                </a:lnTo>
                <a:lnTo>
                  <a:pt x="2754297" y="6857999"/>
                </a:lnTo>
                <a:lnTo>
                  <a:pt x="1" y="3332577"/>
                </a:lnTo>
                <a:lnTo>
                  <a:pt x="1857" y="3331127"/>
                </a:lnTo>
                <a:lnTo>
                  <a:pt x="0" y="3329676"/>
                </a:lnTo>
                <a:lnTo>
                  <a:pt x="260142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 flipH="1">
            <a:off x="11382893" y="586637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 flipH="1">
            <a:off x="11382893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 flipH="1">
            <a:off x="11135238" y="586637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 flipH="1">
            <a:off x="11135238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flipH="1">
            <a:off x="10888956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10"/>
            </p:custDataLst>
          </p:nvPr>
        </p:nvSpPr>
        <p:spPr>
          <a:xfrm flipH="1">
            <a:off x="10641837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11"/>
            </p:custDataLst>
          </p:nvPr>
        </p:nvSpPr>
        <p:spPr>
          <a:xfrm>
            <a:off x="4593600" y="2671200"/>
            <a:ext cx="5997600" cy="1548000"/>
          </a:xfrm>
        </p:spPr>
        <p:txBody>
          <a:bodyPr wrap="square" anchor="t">
            <a:normAutofit/>
          </a:bodyPr>
          <a:lstStyle>
            <a:lvl1pPr algn="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12"/>
            </p:custDataLst>
          </p:nvPr>
        </p:nvSpPr>
        <p:spPr>
          <a:xfrm>
            <a:off x="4594225" y="1918970"/>
            <a:ext cx="5996940" cy="521970"/>
          </a:xfrm>
        </p:spPr>
        <p:txBody>
          <a:bodyPr wrap="square"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2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6"/>
            </p:custDataLst>
          </p:nvPr>
        </p:nvSpPr>
        <p:spPr>
          <a:xfrm flipH="1">
            <a:off x="7650000" y="4446000"/>
            <a:ext cx="2851200" cy="576000"/>
          </a:xfrm>
          <a:prstGeom prst="chevron">
            <a:avLst>
              <a:gd name="adj" fmla="val 36771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480000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114.xml"/><Relationship Id="rId20" Type="http://schemas.openxmlformats.org/officeDocument/2006/relationships/tags" Target="../tags/tag113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12.xml"/><Relationship Id="rId18" Type="http://schemas.openxmlformats.org/officeDocument/2006/relationships/tags" Target="../tags/tag111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6" Type="http://schemas.openxmlformats.org/officeDocument/2006/relationships/theme" Target="../theme/theme3.xml"/><Relationship Id="rId25" Type="http://schemas.openxmlformats.org/officeDocument/2006/relationships/tags" Target="../tags/tag333.xml"/><Relationship Id="rId24" Type="http://schemas.openxmlformats.org/officeDocument/2006/relationships/tags" Target="../tags/tag332.xml"/><Relationship Id="rId23" Type="http://schemas.openxmlformats.org/officeDocument/2006/relationships/tags" Target="../tags/tag331.xml"/><Relationship Id="rId22" Type="http://schemas.openxmlformats.org/officeDocument/2006/relationships/tags" Target="../tags/tag330.xml"/><Relationship Id="rId21" Type="http://schemas.openxmlformats.org/officeDocument/2006/relationships/tags" Target="../tags/tag329.xml"/><Relationship Id="rId20" Type="http://schemas.openxmlformats.org/officeDocument/2006/relationships/tags" Target="../tags/tag328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327.xml"/><Relationship Id="rId18" Type="http://schemas.openxmlformats.org/officeDocument/2006/relationships/tags" Target="../tags/tag326.xml"/><Relationship Id="rId17" Type="http://schemas.openxmlformats.org/officeDocument/2006/relationships/tags" Target="../tags/tag325.xml"/><Relationship Id="rId16" Type="http://schemas.openxmlformats.org/officeDocument/2006/relationships/tags" Target="../tags/tag324.xml"/><Relationship Id="rId15" Type="http://schemas.openxmlformats.org/officeDocument/2006/relationships/tags" Target="../tags/tag323.xml"/><Relationship Id="rId14" Type="http://schemas.openxmlformats.org/officeDocument/2006/relationships/tags" Target="../tags/tag322.xml"/><Relationship Id="rId13" Type="http://schemas.openxmlformats.org/officeDocument/2006/relationships/tags" Target="../tags/tag321.xml"/><Relationship Id="rId12" Type="http://schemas.openxmlformats.org/officeDocument/2006/relationships/tags" Target="../tags/tag32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图形 3"/>
          <p:cNvSpPr/>
          <p:nvPr userDrawn="1">
            <p:custDataLst>
              <p:tags r:id="rId12"/>
            </p:custDataLst>
          </p:nvPr>
        </p:nvSpPr>
        <p:spPr>
          <a:xfrm rot="16200000">
            <a:off x="11496675" y="548005"/>
            <a:ext cx="424180" cy="424815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图形 3"/>
          <p:cNvSpPr/>
          <p:nvPr userDrawn="1">
            <p:custDataLst>
              <p:tags r:id="rId13"/>
            </p:custDataLst>
          </p:nvPr>
        </p:nvSpPr>
        <p:spPr>
          <a:xfrm rot="16200000">
            <a:off x="11156950" y="758825"/>
            <a:ext cx="254000" cy="25400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图形 3"/>
          <p:cNvSpPr/>
          <p:nvPr userDrawn="1">
            <p:custDataLst>
              <p:tags r:id="rId14"/>
            </p:custDataLst>
          </p:nvPr>
        </p:nvSpPr>
        <p:spPr>
          <a:xfrm rot="16200000">
            <a:off x="11415395" y="399415"/>
            <a:ext cx="148590" cy="148590"/>
          </a:xfrm>
          <a:custGeom>
            <a:avLst/>
            <a:gdLst>
              <a:gd name="connsiteX0" fmla="*/ 4711827 w 4711826"/>
              <a:gd name="connsiteY0" fmla="*/ 1919954 h 4712017"/>
              <a:gd name="connsiteX1" fmla="*/ 4711827 w 4711826"/>
              <a:gd name="connsiteY1" fmla="*/ 2792063 h 4712017"/>
              <a:gd name="connsiteX2" fmla="*/ 4467797 w 4711826"/>
              <a:gd name="connsiteY2" fmla="*/ 3036094 h 4712017"/>
              <a:gd name="connsiteX3" fmla="*/ 3279934 w 4711826"/>
              <a:gd name="connsiteY3" fmla="*/ 3036094 h 4712017"/>
              <a:gd name="connsiteX4" fmla="*/ 3035903 w 4711826"/>
              <a:gd name="connsiteY4" fmla="*/ 3280124 h 4712017"/>
              <a:gd name="connsiteX5" fmla="*/ 3035903 w 4711826"/>
              <a:gd name="connsiteY5" fmla="*/ 4467987 h 4712017"/>
              <a:gd name="connsiteX6" fmla="*/ 2791873 w 4711826"/>
              <a:gd name="connsiteY6" fmla="*/ 4712018 h 4712017"/>
              <a:gd name="connsiteX7" fmla="*/ 1919764 w 4711826"/>
              <a:gd name="connsiteY7" fmla="*/ 4712018 h 4712017"/>
              <a:gd name="connsiteX8" fmla="*/ 1675733 w 4711826"/>
              <a:gd name="connsiteY8" fmla="*/ 4467987 h 4712017"/>
              <a:gd name="connsiteX9" fmla="*/ 1675733 w 4711826"/>
              <a:gd name="connsiteY9" fmla="*/ 3280029 h 4712017"/>
              <a:gd name="connsiteX10" fmla="*/ 1431703 w 4711826"/>
              <a:gd name="connsiteY10" fmla="*/ 3035999 h 4712017"/>
              <a:gd name="connsiteX11" fmla="*/ 244031 w 4711826"/>
              <a:gd name="connsiteY11" fmla="*/ 3035999 h 4712017"/>
              <a:gd name="connsiteX12" fmla="*/ 0 w 4711826"/>
              <a:gd name="connsiteY12" fmla="*/ 2791968 h 4712017"/>
              <a:gd name="connsiteX13" fmla="*/ 0 w 4711826"/>
              <a:gd name="connsiteY13" fmla="*/ 1919859 h 4712017"/>
              <a:gd name="connsiteX14" fmla="*/ 244031 w 4711826"/>
              <a:gd name="connsiteY14" fmla="*/ 1675829 h 4712017"/>
              <a:gd name="connsiteX15" fmla="*/ 1431893 w 4711826"/>
              <a:gd name="connsiteY15" fmla="*/ 1675829 h 4712017"/>
              <a:gd name="connsiteX16" fmla="*/ 1675924 w 4711826"/>
              <a:gd name="connsiteY16" fmla="*/ 1431798 h 4712017"/>
              <a:gd name="connsiteX17" fmla="*/ 1675924 w 4711826"/>
              <a:gd name="connsiteY17" fmla="*/ 244031 h 4712017"/>
              <a:gd name="connsiteX18" fmla="*/ 1919859 w 4711826"/>
              <a:gd name="connsiteY18" fmla="*/ 0 h 4712017"/>
              <a:gd name="connsiteX19" fmla="*/ 2791968 w 4711826"/>
              <a:gd name="connsiteY19" fmla="*/ 0 h 4712017"/>
              <a:gd name="connsiteX20" fmla="*/ 3035999 w 4711826"/>
              <a:gd name="connsiteY20" fmla="*/ 244031 h 4712017"/>
              <a:gd name="connsiteX21" fmla="*/ 3035999 w 4711826"/>
              <a:gd name="connsiteY21" fmla="*/ 1431989 h 4712017"/>
              <a:gd name="connsiteX22" fmla="*/ 3280029 w 4711826"/>
              <a:gd name="connsiteY22" fmla="*/ 1676019 h 4712017"/>
              <a:gd name="connsiteX23" fmla="*/ 4467987 w 4711826"/>
              <a:gd name="connsiteY23" fmla="*/ 1676019 h 4712017"/>
              <a:gd name="connsiteX24" fmla="*/ 4711827 w 4711826"/>
              <a:gd name="connsiteY24" fmla="*/ 1919954 h 47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1826" h="4712017">
                <a:moveTo>
                  <a:pt x="4711827" y="1919954"/>
                </a:moveTo>
                <a:lnTo>
                  <a:pt x="4711827" y="2792063"/>
                </a:lnTo>
                <a:cubicBezTo>
                  <a:pt x="4711827" y="2926842"/>
                  <a:pt x="4602575" y="3036094"/>
                  <a:pt x="4467797" y="3036094"/>
                </a:cubicBezTo>
                <a:lnTo>
                  <a:pt x="3279934" y="3036094"/>
                </a:lnTo>
                <a:cubicBezTo>
                  <a:pt x="3145155" y="3036094"/>
                  <a:pt x="3035903" y="3145346"/>
                  <a:pt x="3035903" y="3280124"/>
                </a:cubicBezTo>
                <a:lnTo>
                  <a:pt x="3035903" y="4467987"/>
                </a:lnTo>
                <a:cubicBezTo>
                  <a:pt x="3035903" y="4602766"/>
                  <a:pt x="2926652" y="4712018"/>
                  <a:pt x="2791873" y="4712018"/>
                </a:cubicBezTo>
                <a:lnTo>
                  <a:pt x="1919764" y="4712018"/>
                </a:lnTo>
                <a:cubicBezTo>
                  <a:pt x="1784985" y="4712018"/>
                  <a:pt x="1675733" y="4602766"/>
                  <a:pt x="1675733" y="4467987"/>
                </a:cubicBezTo>
                <a:lnTo>
                  <a:pt x="1675733" y="3280029"/>
                </a:lnTo>
                <a:cubicBezTo>
                  <a:pt x="1675733" y="3145250"/>
                  <a:pt x="1566482" y="3035999"/>
                  <a:pt x="1431703" y="3035999"/>
                </a:cubicBezTo>
                <a:lnTo>
                  <a:pt x="244031" y="3035999"/>
                </a:lnTo>
                <a:cubicBezTo>
                  <a:pt x="109252" y="3035999"/>
                  <a:pt x="0" y="2926747"/>
                  <a:pt x="0" y="2791968"/>
                </a:cubicBezTo>
                <a:lnTo>
                  <a:pt x="0" y="1919859"/>
                </a:lnTo>
                <a:cubicBezTo>
                  <a:pt x="0" y="1785080"/>
                  <a:pt x="109252" y="1675829"/>
                  <a:pt x="244031" y="1675829"/>
                </a:cubicBezTo>
                <a:lnTo>
                  <a:pt x="1431893" y="1675829"/>
                </a:lnTo>
                <a:cubicBezTo>
                  <a:pt x="1566672" y="1675829"/>
                  <a:pt x="1675924" y="1566577"/>
                  <a:pt x="1675924" y="1431798"/>
                </a:cubicBezTo>
                <a:lnTo>
                  <a:pt x="1675924" y="244031"/>
                </a:lnTo>
                <a:cubicBezTo>
                  <a:pt x="1675829" y="109252"/>
                  <a:pt x="1785080" y="0"/>
                  <a:pt x="1919859" y="0"/>
                </a:cubicBezTo>
                <a:lnTo>
                  <a:pt x="2791968" y="0"/>
                </a:lnTo>
                <a:cubicBezTo>
                  <a:pt x="2926747" y="0"/>
                  <a:pt x="3035999" y="109252"/>
                  <a:pt x="3035999" y="244031"/>
                </a:cubicBezTo>
                <a:lnTo>
                  <a:pt x="3035999" y="1431989"/>
                </a:lnTo>
                <a:cubicBezTo>
                  <a:pt x="3035999" y="1566767"/>
                  <a:pt x="3145250" y="1676019"/>
                  <a:pt x="3280029" y="1676019"/>
                </a:cubicBezTo>
                <a:lnTo>
                  <a:pt x="4467987" y="1676019"/>
                </a:lnTo>
                <a:cubicBezTo>
                  <a:pt x="4602575" y="1675924"/>
                  <a:pt x="4711827" y="1785176"/>
                  <a:pt x="4711827" y="1919954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 w="381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15"/>
            </p:custDataLst>
          </p:nvPr>
        </p:nvSpPr>
        <p:spPr>
          <a:xfrm>
            <a:off x="0" y="6585002"/>
            <a:ext cx="12192000" cy="272998"/>
          </a:xfrm>
          <a:prstGeom prst="rect">
            <a:avLst/>
          </a:prstGeom>
          <a:gradFill flip="none" rotWithShape="1">
            <a:gsLst>
              <a:gs pos="74000">
                <a:schemeClr val="accent1">
                  <a:lumMod val="80000"/>
                  <a:lumOff val="20000"/>
                </a:schemeClr>
              </a:gs>
              <a:gs pos="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 flip="none" rotWithShape="1">
            <a:gsLst>
              <a:gs pos="74000">
                <a:schemeClr val="accent1"/>
              </a:gs>
              <a:gs pos="0">
                <a:schemeClr val="accent2">
                  <a:alpha val="18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dirty="0">
              <a:cs typeface="微软雅黑" panose="020B0503020204020204" charset="-122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微软雅黑" panose="020B0503020204020204" charset="-122"/>
          <a:ea typeface="+mj-ea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+mn-ea"/>
          <a:cs typeface="微软雅黑" panose="020B0503020204020204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+mn-ea"/>
          <a:cs typeface="微软雅黑" panose="020B0503020204020204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+mn-ea"/>
          <a:cs typeface="微软雅黑" panose="020B0503020204020204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+mn-ea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形状23"/>
          <p:cNvSpPr/>
          <p:nvPr userDrawn="1">
            <p:custDataLst>
              <p:tags r:id="rId12"/>
            </p:custDataLst>
          </p:nvPr>
        </p:nvSpPr>
        <p:spPr>
          <a:xfrm flipH="1">
            <a:off x="11466195" y="354965"/>
            <a:ext cx="391795" cy="737870"/>
          </a:xfrm>
          <a:prstGeom prst="chevron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6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形状24"/>
          <p:cNvSpPr/>
          <p:nvPr userDrawn="1">
            <p:custDataLst>
              <p:tags r:id="rId13"/>
            </p:custDataLst>
          </p:nvPr>
        </p:nvSpPr>
        <p:spPr>
          <a:xfrm flipH="1">
            <a:off x="11019790" y="352425"/>
            <a:ext cx="391795" cy="737870"/>
          </a:xfrm>
          <a:prstGeom prst="chevron">
            <a:avLst/>
          </a:prstGeom>
          <a:solidFill>
            <a:schemeClr val="accent1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6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27"/>
          <p:cNvSpPr/>
          <p:nvPr userDrawn="1">
            <p:custDataLst>
              <p:tags r:id="rId12"/>
            </p:custDataLst>
          </p:nvPr>
        </p:nvSpPr>
        <p:spPr>
          <a:xfrm>
            <a:off x="6917887" y="2"/>
            <a:ext cx="2686050" cy="6858000"/>
          </a:xfrm>
          <a:custGeom>
            <a:avLst/>
            <a:gdLst>
              <a:gd name="connsiteX0" fmla="*/ 23 w 4230"/>
              <a:gd name="connsiteY0" fmla="*/ 10800 h 10800"/>
              <a:gd name="connsiteX1" fmla="*/ 4230 w 4230"/>
              <a:gd name="connsiteY1" fmla="*/ 5414 h 10800"/>
              <a:gd name="connsiteX2" fmla="*/ 0 w 4230"/>
              <a:gd name="connsiteY2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" h="10800">
                <a:moveTo>
                  <a:pt x="23" y="10800"/>
                </a:moveTo>
                <a:lnTo>
                  <a:pt x="4230" y="5414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>
                    <a:alpha val="3000"/>
                  </a:schemeClr>
                </a:gs>
                <a:gs pos="100000">
                  <a:schemeClr val="accent1">
                    <a:alpha val="8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13"/>
            </p:custDataLst>
          </p:nvPr>
        </p:nvSpPr>
        <p:spPr>
          <a:xfrm>
            <a:off x="7916756" y="0"/>
            <a:ext cx="4124960" cy="6858000"/>
          </a:xfrm>
          <a:custGeom>
            <a:avLst/>
            <a:gdLst>
              <a:gd name="connsiteX0" fmla="*/ 2249 w 6496"/>
              <a:gd name="connsiteY0" fmla="*/ 0 h 10800"/>
              <a:gd name="connsiteX1" fmla="*/ 6496 w 6496"/>
              <a:gd name="connsiteY1" fmla="*/ 5436 h 10800"/>
              <a:gd name="connsiteX2" fmla="*/ 6492 w 6496"/>
              <a:gd name="connsiteY2" fmla="*/ 5438 h 10800"/>
              <a:gd name="connsiteX3" fmla="*/ 6496 w 6496"/>
              <a:gd name="connsiteY3" fmla="*/ 5441 h 10800"/>
              <a:gd name="connsiteX4" fmla="*/ 2309 w 6496"/>
              <a:gd name="connsiteY4" fmla="*/ 10800 h 10800"/>
              <a:gd name="connsiteX5" fmla="*/ 26 w 6496"/>
              <a:gd name="connsiteY5" fmla="*/ 10800 h 10800"/>
              <a:gd name="connsiteX6" fmla="*/ 4230 w 6496"/>
              <a:gd name="connsiteY6" fmla="*/ 5420 h 10800"/>
              <a:gd name="connsiteX7" fmla="*/ 4226 w 6496"/>
              <a:gd name="connsiteY7" fmla="*/ 5417 h 10800"/>
              <a:gd name="connsiteX8" fmla="*/ 4230 w 6496"/>
              <a:gd name="connsiteY8" fmla="*/ 5414 h 10800"/>
              <a:gd name="connsiteX9" fmla="*/ 0 w 6496"/>
              <a:gd name="connsiteY9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6" h="10800">
                <a:moveTo>
                  <a:pt x="2249" y="0"/>
                </a:moveTo>
                <a:lnTo>
                  <a:pt x="6496" y="5436"/>
                </a:lnTo>
                <a:lnTo>
                  <a:pt x="6492" y="5438"/>
                </a:lnTo>
                <a:lnTo>
                  <a:pt x="6496" y="5441"/>
                </a:lnTo>
                <a:lnTo>
                  <a:pt x="2309" y="10800"/>
                </a:lnTo>
                <a:lnTo>
                  <a:pt x="26" y="10800"/>
                </a:lnTo>
                <a:lnTo>
                  <a:pt x="4230" y="5420"/>
                </a:lnTo>
                <a:lnTo>
                  <a:pt x="4226" y="5417"/>
                </a:lnTo>
                <a:lnTo>
                  <a:pt x="4230" y="5414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accent1">
                  <a:alpha val="3000"/>
                </a:schemeClr>
              </a:gs>
              <a:gs pos="80000">
                <a:schemeClr val="accent1">
                  <a:alpha val="3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14"/>
            </p:custDataLst>
          </p:nvPr>
        </p:nvSpPr>
        <p:spPr>
          <a:xfrm>
            <a:off x="295210" y="620599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15"/>
            </p:custDataLst>
          </p:nvPr>
        </p:nvSpPr>
        <p:spPr>
          <a:xfrm>
            <a:off x="295210" y="644412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>
            <a:spLocks noChangeAspect="1"/>
          </p:cNvSpPr>
          <p:nvPr userDrawn="1">
            <p:custDataLst>
              <p:tags r:id="rId16"/>
            </p:custDataLst>
          </p:nvPr>
        </p:nvSpPr>
        <p:spPr>
          <a:xfrm>
            <a:off x="542865" y="620599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>
            <a:spLocks noChangeAspect="1"/>
          </p:cNvSpPr>
          <p:nvPr userDrawn="1">
            <p:custDataLst>
              <p:tags r:id="rId17"/>
            </p:custDataLst>
          </p:nvPr>
        </p:nvSpPr>
        <p:spPr>
          <a:xfrm>
            <a:off x="542865" y="644412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>
            <a:spLocks noChangeAspect="1"/>
          </p:cNvSpPr>
          <p:nvPr userDrawn="1">
            <p:custDataLst>
              <p:tags r:id="rId18"/>
            </p:custDataLst>
          </p:nvPr>
        </p:nvSpPr>
        <p:spPr>
          <a:xfrm>
            <a:off x="789147" y="644412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>
            <a:spLocks noChangeAspect="1"/>
          </p:cNvSpPr>
          <p:nvPr userDrawn="1">
            <p:custDataLst>
              <p:tags r:id="rId19"/>
            </p:custDataLst>
          </p:nvPr>
        </p:nvSpPr>
        <p:spPr>
          <a:xfrm>
            <a:off x="1036266" y="644412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338.xml"/><Relationship Id="rId4" Type="http://schemas.openxmlformats.org/officeDocument/2006/relationships/tags" Target="../tags/tag337.xml"/><Relationship Id="rId3" Type="http://schemas.openxmlformats.org/officeDocument/2006/relationships/tags" Target="../tags/tag336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" Type="http://schemas.openxmlformats.org/officeDocument/2006/relationships/tags" Target="../tags/tag346.xml"/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1" Type="http://schemas.openxmlformats.org/officeDocument/2006/relationships/slideLayout" Target="../slideLayouts/slideLayout14.xml"/><Relationship Id="rId20" Type="http://schemas.openxmlformats.org/officeDocument/2006/relationships/tags" Target="../tags/tag358.xml"/><Relationship Id="rId2" Type="http://schemas.openxmlformats.org/officeDocument/2006/relationships/tags" Target="../tags/tag340.xml"/><Relationship Id="rId19" Type="http://schemas.openxmlformats.org/officeDocument/2006/relationships/tags" Target="../tags/tag357.xml"/><Relationship Id="rId18" Type="http://schemas.openxmlformats.org/officeDocument/2006/relationships/tags" Target="../tags/tag356.xml"/><Relationship Id="rId17" Type="http://schemas.openxmlformats.org/officeDocument/2006/relationships/tags" Target="../tags/tag355.xml"/><Relationship Id="rId16" Type="http://schemas.openxmlformats.org/officeDocument/2006/relationships/tags" Target="../tags/tag354.xml"/><Relationship Id="rId15" Type="http://schemas.openxmlformats.org/officeDocument/2006/relationships/tags" Target="../tags/tag353.xml"/><Relationship Id="rId14" Type="http://schemas.openxmlformats.org/officeDocument/2006/relationships/tags" Target="../tags/tag352.xml"/><Relationship Id="rId13" Type="http://schemas.openxmlformats.org/officeDocument/2006/relationships/tags" Target="../tags/tag351.xml"/><Relationship Id="rId12" Type="http://schemas.openxmlformats.org/officeDocument/2006/relationships/tags" Target="../tags/tag350.xml"/><Relationship Id="rId11" Type="http://schemas.openxmlformats.org/officeDocument/2006/relationships/tags" Target="../tags/tag349.xml"/><Relationship Id="rId10" Type="http://schemas.openxmlformats.org/officeDocument/2006/relationships/tags" Target="../tags/tag348.xml"/><Relationship Id="rId1" Type="http://schemas.openxmlformats.org/officeDocument/2006/relationships/tags" Target="../tags/tag33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361.xml"/><Relationship Id="rId2" Type="http://schemas.openxmlformats.org/officeDocument/2006/relationships/tags" Target="../tags/tag360.xml"/><Relationship Id="rId1" Type="http://schemas.openxmlformats.org/officeDocument/2006/relationships/tags" Target="../tags/tag35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70.xml"/><Relationship Id="rId8" Type="http://schemas.openxmlformats.org/officeDocument/2006/relationships/tags" Target="../tags/tag369.xml"/><Relationship Id="rId7" Type="http://schemas.openxmlformats.org/officeDocument/2006/relationships/tags" Target="../tags/tag368.xml"/><Relationship Id="rId6" Type="http://schemas.openxmlformats.org/officeDocument/2006/relationships/tags" Target="../tags/tag367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3" Type="http://schemas.openxmlformats.org/officeDocument/2006/relationships/tags" Target="../tags/tag364.xml"/><Relationship Id="rId2" Type="http://schemas.openxmlformats.org/officeDocument/2006/relationships/tags" Target="../tags/tag363.xml"/><Relationship Id="rId17" Type="http://schemas.openxmlformats.org/officeDocument/2006/relationships/slideLayout" Target="../slideLayouts/slideLayout29.xml"/><Relationship Id="rId16" Type="http://schemas.openxmlformats.org/officeDocument/2006/relationships/tags" Target="../tags/tag376.xml"/><Relationship Id="rId15" Type="http://schemas.openxmlformats.org/officeDocument/2006/relationships/image" Target="../media/image6.png"/><Relationship Id="rId14" Type="http://schemas.openxmlformats.org/officeDocument/2006/relationships/tags" Target="../tags/tag375.xml"/><Relationship Id="rId13" Type="http://schemas.openxmlformats.org/officeDocument/2006/relationships/tags" Target="../tags/tag374.xml"/><Relationship Id="rId12" Type="http://schemas.openxmlformats.org/officeDocument/2006/relationships/tags" Target="../tags/tag373.xml"/><Relationship Id="rId11" Type="http://schemas.openxmlformats.org/officeDocument/2006/relationships/tags" Target="../tags/tag372.xml"/><Relationship Id="rId10" Type="http://schemas.openxmlformats.org/officeDocument/2006/relationships/tags" Target="../tags/tag371.xml"/><Relationship Id="rId1" Type="http://schemas.openxmlformats.org/officeDocument/2006/relationships/tags" Target="../tags/tag36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tags" Target="../tags/tag37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88.xml"/><Relationship Id="rId8" Type="http://schemas.openxmlformats.org/officeDocument/2006/relationships/tags" Target="../tags/tag387.xml"/><Relationship Id="rId7" Type="http://schemas.openxmlformats.org/officeDocument/2006/relationships/tags" Target="../tags/tag386.xml"/><Relationship Id="rId6" Type="http://schemas.openxmlformats.org/officeDocument/2006/relationships/tags" Target="../tags/tag385.xml"/><Relationship Id="rId5" Type="http://schemas.openxmlformats.org/officeDocument/2006/relationships/tags" Target="../tags/tag384.xml"/><Relationship Id="rId4" Type="http://schemas.openxmlformats.org/officeDocument/2006/relationships/tags" Target="../tags/tag383.xml"/><Relationship Id="rId3" Type="http://schemas.openxmlformats.org/officeDocument/2006/relationships/tags" Target="../tags/tag382.xml"/><Relationship Id="rId2" Type="http://schemas.openxmlformats.org/officeDocument/2006/relationships/tags" Target="../tags/tag381.xml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29.xml"/><Relationship Id="rId17" Type="http://schemas.openxmlformats.org/officeDocument/2006/relationships/tags" Target="../tags/tag396.xml"/><Relationship Id="rId16" Type="http://schemas.openxmlformats.org/officeDocument/2006/relationships/tags" Target="../tags/tag395.xml"/><Relationship Id="rId15" Type="http://schemas.openxmlformats.org/officeDocument/2006/relationships/tags" Target="../tags/tag394.xml"/><Relationship Id="rId14" Type="http://schemas.openxmlformats.org/officeDocument/2006/relationships/tags" Target="../tags/tag393.xml"/><Relationship Id="rId13" Type="http://schemas.openxmlformats.org/officeDocument/2006/relationships/tags" Target="../tags/tag392.xml"/><Relationship Id="rId12" Type="http://schemas.openxmlformats.org/officeDocument/2006/relationships/tags" Target="../tags/tag391.xml"/><Relationship Id="rId11" Type="http://schemas.openxmlformats.org/officeDocument/2006/relationships/tags" Target="../tags/tag390.xml"/><Relationship Id="rId10" Type="http://schemas.openxmlformats.org/officeDocument/2006/relationships/tags" Target="../tags/tag389.xml"/><Relationship Id="rId1" Type="http://schemas.openxmlformats.org/officeDocument/2006/relationships/tags" Target="../tags/tag38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399.xml"/><Relationship Id="rId2" Type="http://schemas.openxmlformats.org/officeDocument/2006/relationships/tags" Target="../tags/tag398.xml"/><Relationship Id="rId1" Type="http://schemas.openxmlformats.org/officeDocument/2006/relationships/tags" Target="../tags/tag39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08.xml"/><Relationship Id="rId8" Type="http://schemas.openxmlformats.org/officeDocument/2006/relationships/tags" Target="../tags/tag407.xml"/><Relationship Id="rId7" Type="http://schemas.openxmlformats.org/officeDocument/2006/relationships/tags" Target="../tags/tag406.xml"/><Relationship Id="rId6" Type="http://schemas.openxmlformats.org/officeDocument/2006/relationships/tags" Target="../tags/tag405.xml"/><Relationship Id="rId5" Type="http://schemas.openxmlformats.org/officeDocument/2006/relationships/tags" Target="../tags/tag404.xml"/><Relationship Id="rId4" Type="http://schemas.openxmlformats.org/officeDocument/2006/relationships/tags" Target="../tags/tag403.xml"/><Relationship Id="rId3" Type="http://schemas.openxmlformats.org/officeDocument/2006/relationships/tags" Target="../tags/tag402.xml"/><Relationship Id="rId24" Type="http://schemas.openxmlformats.org/officeDocument/2006/relationships/slideLayout" Target="../slideLayouts/slideLayout29.xml"/><Relationship Id="rId23" Type="http://schemas.openxmlformats.org/officeDocument/2006/relationships/tags" Target="../tags/tag422.xml"/><Relationship Id="rId22" Type="http://schemas.openxmlformats.org/officeDocument/2006/relationships/tags" Target="../tags/tag421.xml"/><Relationship Id="rId21" Type="http://schemas.openxmlformats.org/officeDocument/2006/relationships/tags" Target="../tags/tag420.xml"/><Relationship Id="rId20" Type="http://schemas.openxmlformats.org/officeDocument/2006/relationships/tags" Target="../tags/tag419.xml"/><Relationship Id="rId2" Type="http://schemas.openxmlformats.org/officeDocument/2006/relationships/tags" Target="../tags/tag401.xml"/><Relationship Id="rId19" Type="http://schemas.openxmlformats.org/officeDocument/2006/relationships/tags" Target="../tags/tag418.xml"/><Relationship Id="rId18" Type="http://schemas.openxmlformats.org/officeDocument/2006/relationships/tags" Target="../tags/tag417.xml"/><Relationship Id="rId17" Type="http://schemas.openxmlformats.org/officeDocument/2006/relationships/tags" Target="../tags/tag416.xml"/><Relationship Id="rId16" Type="http://schemas.openxmlformats.org/officeDocument/2006/relationships/tags" Target="../tags/tag415.xml"/><Relationship Id="rId15" Type="http://schemas.openxmlformats.org/officeDocument/2006/relationships/tags" Target="../tags/tag414.xml"/><Relationship Id="rId14" Type="http://schemas.openxmlformats.org/officeDocument/2006/relationships/tags" Target="../tags/tag413.xml"/><Relationship Id="rId13" Type="http://schemas.openxmlformats.org/officeDocument/2006/relationships/tags" Target="../tags/tag412.xml"/><Relationship Id="rId12" Type="http://schemas.openxmlformats.org/officeDocument/2006/relationships/tags" Target="../tags/tag411.xml"/><Relationship Id="rId11" Type="http://schemas.openxmlformats.org/officeDocument/2006/relationships/tags" Target="../tags/tag410.xml"/><Relationship Id="rId10" Type="http://schemas.openxmlformats.org/officeDocument/2006/relationships/tags" Target="../tags/tag409.xml"/><Relationship Id="rId1" Type="http://schemas.openxmlformats.org/officeDocument/2006/relationships/tags" Target="../tags/tag40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425.xml"/><Relationship Id="rId2" Type="http://schemas.openxmlformats.org/officeDocument/2006/relationships/tags" Target="../tags/tag424.xml"/><Relationship Id="rId1" Type="http://schemas.openxmlformats.org/officeDocument/2006/relationships/tags" Target="../tags/tag42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34.xml"/><Relationship Id="rId8" Type="http://schemas.openxmlformats.org/officeDocument/2006/relationships/tags" Target="../tags/tag433.xml"/><Relationship Id="rId7" Type="http://schemas.openxmlformats.org/officeDocument/2006/relationships/tags" Target="../tags/tag432.xml"/><Relationship Id="rId6" Type="http://schemas.openxmlformats.org/officeDocument/2006/relationships/tags" Target="../tags/tag431.xml"/><Relationship Id="rId5" Type="http://schemas.openxmlformats.org/officeDocument/2006/relationships/tags" Target="../tags/tag430.xml"/><Relationship Id="rId4" Type="http://schemas.openxmlformats.org/officeDocument/2006/relationships/tags" Target="../tags/tag429.xml"/><Relationship Id="rId3" Type="http://schemas.openxmlformats.org/officeDocument/2006/relationships/tags" Target="../tags/tag428.xml"/><Relationship Id="rId2" Type="http://schemas.openxmlformats.org/officeDocument/2006/relationships/tags" Target="../tags/tag427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29.xml"/><Relationship Id="rId13" Type="http://schemas.openxmlformats.org/officeDocument/2006/relationships/tags" Target="../tags/tag437.xml"/><Relationship Id="rId12" Type="http://schemas.openxmlformats.org/officeDocument/2006/relationships/image" Target="../media/image7.png"/><Relationship Id="rId11" Type="http://schemas.openxmlformats.org/officeDocument/2006/relationships/tags" Target="../tags/tag436.xml"/><Relationship Id="rId10" Type="http://schemas.openxmlformats.org/officeDocument/2006/relationships/tags" Target="../tags/tag435.xml"/><Relationship Id="rId1" Type="http://schemas.openxmlformats.org/officeDocument/2006/relationships/tags" Target="../tags/tag42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440.xml"/><Relationship Id="rId2" Type="http://schemas.openxmlformats.org/officeDocument/2006/relationships/tags" Target="../tags/tag439.xml"/><Relationship Id="rId1" Type="http://schemas.openxmlformats.org/officeDocument/2006/relationships/tags" Target="../tags/tag43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tags" Target="../tags/tag447.xml"/><Relationship Id="rId6" Type="http://schemas.openxmlformats.org/officeDocument/2006/relationships/tags" Target="../tags/tag446.xml"/><Relationship Id="rId5" Type="http://schemas.openxmlformats.org/officeDocument/2006/relationships/tags" Target="../tags/tag445.xml"/><Relationship Id="rId4" Type="http://schemas.openxmlformats.org/officeDocument/2006/relationships/tags" Target="../tags/tag444.xml"/><Relationship Id="rId3" Type="http://schemas.openxmlformats.org/officeDocument/2006/relationships/tags" Target="../tags/tag443.xml"/><Relationship Id="rId26" Type="http://schemas.openxmlformats.org/officeDocument/2006/relationships/notesSlide" Target="../notesSlides/notesSlide3.xml"/><Relationship Id="rId25" Type="http://schemas.openxmlformats.org/officeDocument/2006/relationships/slideLayout" Target="../slideLayouts/slideLayout29.xml"/><Relationship Id="rId24" Type="http://schemas.openxmlformats.org/officeDocument/2006/relationships/tags" Target="../tags/tag462.xml"/><Relationship Id="rId23" Type="http://schemas.openxmlformats.org/officeDocument/2006/relationships/tags" Target="../tags/tag461.xml"/><Relationship Id="rId22" Type="http://schemas.openxmlformats.org/officeDocument/2006/relationships/tags" Target="../tags/tag460.xml"/><Relationship Id="rId21" Type="http://schemas.openxmlformats.org/officeDocument/2006/relationships/tags" Target="../tags/tag459.xml"/><Relationship Id="rId20" Type="http://schemas.openxmlformats.org/officeDocument/2006/relationships/tags" Target="../tags/tag458.xml"/><Relationship Id="rId2" Type="http://schemas.openxmlformats.org/officeDocument/2006/relationships/tags" Target="../tags/tag442.xml"/><Relationship Id="rId19" Type="http://schemas.openxmlformats.org/officeDocument/2006/relationships/tags" Target="../tags/tag457.xml"/><Relationship Id="rId18" Type="http://schemas.openxmlformats.org/officeDocument/2006/relationships/tags" Target="../tags/tag456.xml"/><Relationship Id="rId17" Type="http://schemas.openxmlformats.org/officeDocument/2006/relationships/tags" Target="../tags/tag455.xml"/><Relationship Id="rId16" Type="http://schemas.openxmlformats.org/officeDocument/2006/relationships/tags" Target="../tags/tag454.xml"/><Relationship Id="rId15" Type="http://schemas.openxmlformats.org/officeDocument/2006/relationships/tags" Target="../tags/tag453.xml"/><Relationship Id="rId14" Type="http://schemas.openxmlformats.org/officeDocument/2006/relationships/tags" Target="../tags/tag452.xml"/><Relationship Id="rId13" Type="http://schemas.openxmlformats.org/officeDocument/2006/relationships/tags" Target="../tags/tag451.xml"/><Relationship Id="rId12" Type="http://schemas.openxmlformats.org/officeDocument/2006/relationships/tags" Target="../tags/tag450.xml"/><Relationship Id="rId11" Type="http://schemas.openxmlformats.org/officeDocument/2006/relationships/tags" Target="../tags/tag449.xml"/><Relationship Id="rId10" Type="http://schemas.openxmlformats.org/officeDocument/2006/relationships/tags" Target="../tags/tag448.xml"/><Relationship Id="rId1" Type="http://schemas.openxmlformats.org/officeDocument/2006/relationships/tags" Target="../tags/tag44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3.xml"/><Relationship Id="rId4" Type="http://schemas.openxmlformats.org/officeDocument/2006/relationships/tags" Target="../tags/tag466.xml"/><Relationship Id="rId3" Type="http://schemas.openxmlformats.org/officeDocument/2006/relationships/tags" Target="../tags/tag465.xml"/><Relationship Id="rId2" Type="http://schemas.openxmlformats.org/officeDocument/2006/relationships/tags" Target="../tags/tag464.xml"/><Relationship Id="rId1" Type="http://schemas.openxmlformats.org/officeDocument/2006/relationships/tags" Target="../tags/tag4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>
          <a:xfrm>
            <a:off x="1713865" y="4624705"/>
            <a:ext cx="2372360" cy="539750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Reporter</a:t>
            </a:r>
            <a:r>
              <a:t>：</a:t>
            </a:r>
            <a:r>
              <a:rPr lang="en-US" altLang="zh-CN"/>
              <a:t>WangZifan</a:t>
            </a:r>
            <a:endParaRPr lang="en-US" altLang="zh-CN"/>
          </a:p>
        </p:txBody>
      </p:sp>
      <p:sp>
        <p:nvSpPr>
          <p:cNvPr id="11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555"/>
              <a:t>Fundus Vessel Segmentation: Enhancing U-Net with Transformer in the Bottleneck</a:t>
            </a:r>
            <a:endParaRPr lang="en-US" altLang="zh-CN" sz="3555"/>
          </a:p>
        </p:txBody>
      </p:sp>
      <p:sp>
        <p:nvSpPr>
          <p:cNvPr id="2" name="文本占位符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713865" y="5227955"/>
            <a:ext cx="7840980" cy="539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noFill/>
          </a:ln>
          <a:effectLst>
            <a:outerShdw blurRad="101600" dist="101600" dir="2700000" algn="tl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rmAutofit fontScale="9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1600" b="1" kern="1200" dirty="0">
                <a:solidFill>
                  <a:schemeClr val="accent1"/>
                </a:solidFill>
                <a:latin typeface="+mn-ea"/>
                <a:ea typeface="+mn-ea"/>
                <a:cs typeface="微软雅黑" panose="020B0503020204020204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Research Team: Hao Shilong, Dong YiZhi, WangZiFan, Dong WenYu, Zhang TongYu</a:t>
            </a:r>
            <a:endParaRPr lang="en-US" altLang="zh-CN"/>
          </a:p>
        </p:txBody>
      </p:sp>
      <p:sp>
        <p:nvSpPr>
          <p:cNvPr id="3" name="文本占位符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713865" y="5831205"/>
            <a:ext cx="7840345" cy="539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noFill/>
          </a:ln>
          <a:effectLst>
            <a:outerShdw blurRad="101600" dist="101600" dir="2700000" algn="tl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rmAutofit fontScale="8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1600" b="1" kern="1200" dirty="0">
                <a:solidFill>
                  <a:schemeClr val="accent1"/>
                </a:solidFill>
                <a:latin typeface="+mn-ea"/>
                <a:ea typeface="+mn-ea"/>
                <a:cs typeface="微软雅黑" panose="020B0503020204020204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Research Field: Medical Image Segmentation · Deep Learning · Computer-Aided Diagnosis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序号"/>
          <p:cNvSpPr txBox="1">
            <a:spLocks noChangeAspect="1"/>
          </p:cNvSpPr>
          <p:nvPr>
            <p:custDataLst>
              <p:tags r:id="rId1"/>
            </p:custDataLst>
          </p:nvPr>
        </p:nvSpPr>
        <p:spPr>
          <a:xfrm>
            <a:off x="6870903" y="350822"/>
            <a:ext cx="835952" cy="835952"/>
          </a:xfrm>
          <a:prstGeom prst="ellipse">
            <a:avLst/>
          </a:prstGeom>
          <a:solidFill>
            <a:srgbClr val="F8F8F8"/>
          </a:solidFill>
          <a:ln>
            <a:solidFill>
              <a:schemeClr val="accent1"/>
            </a:solidFill>
          </a:ln>
        </p:spPr>
        <p:txBody>
          <a:bodyPr wrap="none" lIns="3600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  <a:latin typeface="+mn-ea"/>
              </a:rPr>
              <a:t>01</a:t>
            </a:r>
            <a:endParaRPr lang="en-US" sz="2800" b="1" dirty="0">
              <a:gradFill>
                <a:gsLst>
                  <a:gs pos="0">
                    <a:schemeClr val="accent1">
                      <a:lumMod val="90000"/>
                    </a:schemeClr>
                  </a:gs>
                  <a:gs pos="100000">
                    <a:schemeClr val="accent1">
                      <a:lumMod val="90000"/>
                    </a:schemeClr>
                  </a:gs>
                </a:gsLst>
                <a:lin ang="5400000" scaled="0"/>
              </a:gradFill>
              <a:latin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2"/>
            </p:custDataLst>
          </p:nvPr>
        </p:nvSpPr>
        <p:spPr>
          <a:xfrm>
            <a:off x="7992745" y="388620"/>
            <a:ext cx="4015740" cy="7594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spc="300" dirty="0">
                <a:solidFill>
                  <a:srgbClr val="F8F8F8"/>
                </a:solidFill>
                <a:latin typeface="+mn-ea"/>
              </a:rPr>
              <a:t>Research Background and Problems</a:t>
            </a:r>
            <a:endParaRPr lang="en-US" altLang="zh-CN" sz="2400" b="1" spc="300" dirty="0">
              <a:solidFill>
                <a:srgbClr val="F8F8F8"/>
              </a:solidFill>
              <a:latin typeface="+mn-ea"/>
            </a:endParaRPr>
          </a:p>
        </p:txBody>
      </p:sp>
      <p:cxnSp>
        <p:nvCxnSpPr>
          <p:cNvPr id="11" name="形状31"/>
          <p:cNvCxnSpPr/>
          <p:nvPr>
            <p:custDataLst>
              <p:tags r:id="rId3"/>
            </p:custDataLst>
          </p:nvPr>
        </p:nvCxnSpPr>
        <p:spPr>
          <a:xfrm>
            <a:off x="7980833" y="1228190"/>
            <a:ext cx="2893975" cy="0"/>
          </a:xfrm>
          <a:prstGeom prst="line">
            <a:avLst/>
          </a:prstGeom>
          <a:ln w="9525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序号"/>
          <p:cNvSpPr txBox="1">
            <a:spLocks noChangeAspect="1"/>
          </p:cNvSpPr>
          <p:nvPr>
            <p:custDataLst>
              <p:tags r:id="rId4"/>
            </p:custDataLst>
          </p:nvPr>
        </p:nvSpPr>
        <p:spPr>
          <a:xfrm>
            <a:off x="6618588" y="1394488"/>
            <a:ext cx="835952" cy="835952"/>
          </a:xfrm>
          <a:prstGeom prst="ellipse">
            <a:avLst/>
          </a:prstGeom>
          <a:solidFill>
            <a:srgbClr val="F8F8F8"/>
          </a:solidFill>
          <a:ln>
            <a:solidFill>
              <a:schemeClr val="accent1"/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  <a:latin typeface="+mn-ea"/>
              </a:rPr>
              <a:t>02</a:t>
            </a:r>
            <a:endParaRPr lang="en-US" sz="2800" b="1" dirty="0">
              <a:gradFill>
                <a:gsLst>
                  <a:gs pos="0">
                    <a:schemeClr val="accent1">
                      <a:lumMod val="90000"/>
                    </a:schemeClr>
                  </a:gs>
                  <a:gs pos="100000">
                    <a:schemeClr val="accent1">
                      <a:lumMod val="90000"/>
                    </a:schemeClr>
                  </a:gs>
                </a:gsLst>
                <a:lin ang="5400000" scaled="0"/>
              </a:gradFill>
              <a:latin typeface="+mn-ea"/>
            </a:endParaRPr>
          </a:p>
        </p:txBody>
      </p:sp>
      <p:sp>
        <p:nvSpPr>
          <p:cNvPr id="15" name="项标题"/>
          <p:cNvSpPr txBox="1"/>
          <p:nvPr>
            <p:custDataLst>
              <p:tags r:id="rId5"/>
            </p:custDataLst>
          </p:nvPr>
        </p:nvSpPr>
        <p:spPr>
          <a:xfrm>
            <a:off x="7740650" y="1432560"/>
            <a:ext cx="4267200" cy="7594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spc="300" dirty="0">
                <a:solidFill>
                  <a:srgbClr val="F8F8F8"/>
                </a:solidFill>
                <a:latin typeface="+mn-ea"/>
              </a:rPr>
              <a:t>Solution and Model Comparison</a:t>
            </a:r>
            <a:endParaRPr lang="zh-CN" altLang="en-US" sz="2400" b="1" spc="300" dirty="0">
              <a:solidFill>
                <a:srgbClr val="F8F8F8"/>
              </a:solidFill>
              <a:latin typeface="+mn-ea"/>
            </a:endParaRPr>
          </a:p>
        </p:txBody>
      </p:sp>
      <p:cxnSp>
        <p:nvCxnSpPr>
          <p:cNvPr id="16" name="形状31"/>
          <p:cNvCxnSpPr/>
          <p:nvPr>
            <p:custDataLst>
              <p:tags r:id="rId6"/>
            </p:custDataLst>
          </p:nvPr>
        </p:nvCxnSpPr>
        <p:spPr>
          <a:xfrm>
            <a:off x="7728893" y="2271862"/>
            <a:ext cx="2893975" cy="0"/>
          </a:xfrm>
          <a:prstGeom prst="line">
            <a:avLst/>
          </a:prstGeom>
          <a:ln w="9525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序号"/>
          <p:cNvSpPr txBox="1">
            <a:spLocks noChangeAspect="1"/>
          </p:cNvSpPr>
          <p:nvPr>
            <p:custDataLst>
              <p:tags r:id="rId7"/>
            </p:custDataLst>
          </p:nvPr>
        </p:nvSpPr>
        <p:spPr>
          <a:xfrm>
            <a:off x="6365636" y="2438154"/>
            <a:ext cx="835952" cy="835952"/>
          </a:xfrm>
          <a:prstGeom prst="ellipse">
            <a:avLst/>
          </a:prstGeom>
          <a:solidFill>
            <a:srgbClr val="F8F8F8"/>
          </a:solidFill>
          <a:ln>
            <a:solidFill>
              <a:schemeClr val="accent1"/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  <a:latin typeface="+mn-ea"/>
              </a:rPr>
              <a:t>03</a:t>
            </a:r>
            <a:endParaRPr lang="en-US" sz="2800" b="1" dirty="0">
              <a:gradFill>
                <a:gsLst>
                  <a:gs pos="0">
                    <a:schemeClr val="accent1">
                      <a:lumMod val="90000"/>
                    </a:schemeClr>
                  </a:gs>
                  <a:gs pos="100000">
                    <a:schemeClr val="accent1">
                      <a:lumMod val="90000"/>
                    </a:schemeClr>
                  </a:gs>
                </a:gsLst>
                <a:lin ang="5400000" scaled="0"/>
              </a:gradFill>
              <a:latin typeface="+mn-ea"/>
            </a:endParaRPr>
          </a:p>
        </p:txBody>
      </p:sp>
      <p:sp>
        <p:nvSpPr>
          <p:cNvPr id="19" name="项标题"/>
          <p:cNvSpPr txBox="1"/>
          <p:nvPr>
            <p:custDataLst>
              <p:tags r:id="rId8"/>
            </p:custDataLst>
          </p:nvPr>
        </p:nvSpPr>
        <p:spPr>
          <a:xfrm>
            <a:off x="7487920" y="2475865"/>
            <a:ext cx="4521200" cy="7594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spc="300" dirty="0">
                <a:solidFill>
                  <a:srgbClr val="F8F8F8"/>
                </a:solidFill>
                <a:latin typeface="+mn-ea"/>
              </a:rPr>
              <a:t>Expected Performance and Core Advantages</a:t>
            </a:r>
            <a:endParaRPr lang="en-US" altLang="zh-CN" sz="2400" b="1" spc="300" dirty="0">
              <a:solidFill>
                <a:srgbClr val="F8F8F8"/>
              </a:solidFill>
              <a:latin typeface="+mn-ea"/>
            </a:endParaRPr>
          </a:p>
        </p:txBody>
      </p:sp>
      <p:cxnSp>
        <p:nvCxnSpPr>
          <p:cNvPr id="20" name="形状31"/>
          <p:cNvCxnSpPr/>
          <p:nvPr>
            <p:custDataLst>
              <p:tags r:id="rId9"/>
            </p:custDataLst>
          </p:nvPr>
        </p:nvCxnSpPr>
        <p:spPr>
          <a:xfrm>
            <a:off x="7475884" y="3315534"/>
            <a:ext cx="2893975" cy="0"/>
          </a:xfrm>
          <a:prstGeom prst="line">
            <a:avLst/>
          </a:prstGeom>
          <a:ln w="9525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序号"/>
          <p:cNvSpPr txBox="1"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108861" y="3481820"/>
            <a:ext cx="835952" cy="835952"/>
          </a:xfrm>
          <a:prstGeom prst="ellipse">
            <a:avLst/>
          </a:prstGeom>
          <a:solidFill>
            <a:srgbClr val="F8F8F8"/>
          </a:solidFill>
          <a:ln>
            <a:solidFill>
              <a:schemeClr val="accent1"/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  <a:latin typeface="+mn-ea"/>
              </a:rPr>
              <a:t>04</a:t>
            </a:r>
            <a:endParaRPr lang="en-US" sz="2800" b="1" dirty="0">
              <a:gradFill>
                <a:gsLst>
                  <a:gs pos="0">
                    <a:schemeClr val="accent1">
                      <a:lumMod val="90000"/>
                    </a:schemeClr>
                  </a:gs>
                  <a:gs pos="100000">
                    <a:schemeClr val="accent1">
                      <a:lumMod val="90000"/>
                    </a:schemeClr>
                  </a:gs>
                </a:gsLst>
                <a:lin ang="5400000" scaled="0"/>
              </a:gradFill>
              <a:latin typeface="+mn-ea"/>
            </a:endParaRPr>
          </a:p>
        </p:txBody>
      </p:sp>
      <p:sp>
        <p:nvSpPr>
          <p:cNvPr id="23" name="项标题"/>
          <p:cNvSpPr txBox="1"/>
          <p:nvPr>
            <p:custDataLst>
              <p:tags r:id="rId11"/>
            </p:custDataLst>
          </p:nvPr>
        </p:nvSpPr>
        <p:spPr>
          <a:xfrm>
            <a:off x="7230745" y="3519805"/>
            <a:ext cx="4778375" cy="7594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spc="300" dirty="0">
                <a:solidFill>
                  <a:srgbClr val="F8F8F8"/>
                </a:solidFill>
                <a:latin typeface="+mn-ea"/>
              </a:rPr>
              <a:t>Experimental Design and Validation</a:t>
            </a:r>
            <a:endParaRPr lang="en-US" altLang="zh-CN" sz="2400" b="1" spc="300" dirty="0">
              <a:solidFill>
                <a:srgbClr val="F8F8F8"/>
              </a:solidFill>
              <a:latin typeface="+mn-ea"/>
            </a:endParaRPr>
          </a:p>
        </p:txBody>
      </p:sp>
      <p:cxnSp>
        <p:nvCxnSpPr>
          <p:cNvPr id="24" name="形状31"/>
          <p:cNvCxnSpPr/>
          <p:nvPr>
            <p:custDataLst>
              <p:tags r:id="rId12"/>
            </p:custDataLst>
          </p:nvPr>
        </p:nvCxnSpPr>
        <p:spPr>
          <a:xfrm>
            <a:off x="7218893" y="4359206"/>
            <a:ext cx="2893975" cy="0"/>
          </a:xfrm>
          <a:prstGeom prst="line">
            <a:avLst/>
          </a:prstGeom>
          <a:ln w="9525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序号"/>
          <p:cNvSpPr txBox="1"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5847626" y="4525486"/>
            <a:ext cx="835952" cy="835952"/>
          </a:xfrm>
          <a:prstGeom prst="ellipse">
            <a:avLst/>
          </a:prstGeom>
          <a:solidFill>
            <a:srgbClr val="F8F8F8"/>
          </a:solidFill>
          <a:ln>
            <a:solidFill>
              <a:schemeClr val="accent1"/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  <a:latin typeface="+mn-ea"/>
              </a:rPr>
              <a:t>05</a:t>
            </a:r>
            <a:endParaRPr lang="en-US" sz="2800" b="1" dirty="0">
              <a:gradFill>
                <a:gsLst>
                  <a:gs pos="0">
                    <a:schemeClr val="accent1">
                      <a:lumMod val="90000"/>
                    </a:schemeClr>
                  </a:gs>
                  <a:gs pos="100000">
                    <a:schemeClr val="accent1">
                      <a:lumMod val="90000"/>
                    </a:schemeClr>
                  </a:gs>
                </a:gsLst>
                <a:lin ang="5400000" scaled="0"/>
              </a:gradFill>
              <a:latin typeface="+mn-ea"/>
            </a:endParaRPr>
          </a:p>
        </p:txBody>
      </p:sp>
      <p:sp>
        <p:nvSpPr>
          <p:cNvPr id="8" name="项标题"/>
          <p:cNvSpPr txBox="1"/>
          <p:nvPr>
            <p:custDataLst>
              <p:tags r:id="rId14"/>
            </p:custDataLst>
          </p:nvPr>
        </p:nvSpPr>
        <p:spPr>
          <a:xfrm>
            <a:off x="6969760" y="4563745"/>
            <a:ext cx="5039360" cy="7594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spc="300" dirty="0">
                <a:solidFill>
                  <a:srgbClr val="F8F8F8"/>
                </a:solidFill>
                <a:latin typeface="+mn-ea"/>
              </a:rPr>
              <a:t> Research Significance and Conclusion</a:t>
            </a:r>
            <a:endParaRPr lang="en-US" altLang="zh-CN" sz="2400" b="1" spc="300" dirty="0">
              <a:solidFill>
                <a:srgbClr val="F8F8F8"/>
              </a:solidFill>
              <a:latin typeface="+mn-ea"/>
            </a:endParaRPr>
          </a:p>
        </p:txBody>
      </p:sp>
      <p:cxnSp>
        <p:nvCxnSpPr>
          <p:cNvPr id="9" name="形状31"/>
          <p:cNvCxnSpPr/>
          <p:nvPr>
            <p:custDataLst>
              <p:tags r:id="rId15"/>
            </p:custDataLst>
          </p:nvPr>
        </p:nvCxnSpPr>
        <p:spPr>
          <a:xfrm>
            <a:off x="6957931" y="5402878"/>
            <a:ext cx="2893975" cy="0"/>
          </a:xfrm>
          <a:prstGeom prst="line">
            <a:avLst/>
          </a:prstGeom>
          <a:ln w="9525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序号"/>
          <p:cNvSpPr txBox="1"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5594036" y="5569152"/>
            <a:ext cx="835952" cy="835952"/>
          </a:xfrm>
          <a:prstGeom prst="ellipse">
            <a:avLst/>
          </a:prstGeom>
          <a:solidFill>
            <a:srgbClr val="F8F8F8"/>
          </a:solidFill>
          <a:ln>
            <a:solidFill>
              <a:schemeClr val="accent1"/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  <a:latin typeface="+mn-ea"/>
              </a:rPr>
              <a:t>06</a:t>
            </a:r>
            <a:endParaRPr lang="en-US" sz="2800" b="1" dirty="0">
              <a:gradFill>
                <a:gsLst>
                  <a:gs pos="0">
                    <a:schemeClr val="accent1">
                      <a:lumMod val="90000"/>
                    </a:schemeClr>
                  </a:gs>
                  <a:gs pos="100000">
                    <a:schemeClr val="accent1">
                      <a:lumMod val="90000"/>
                    </a:schemeClr>
                  </a:gs>
                </a:gsLst>
                <a:lin ang="5400000" scaled="0"/>
              </a:gradFill>
              <a:latin typeface="+mn-ea"/>
            </a:endParaRPr>
          </a:p>
        </p:txBody>
      </p:sp>
      <p:sp>
        <p:nvSpPr>
          <p:cNvPr id="32" name="项标题"/>
          <p:cNvSpPr txBox="1"/>
          <p:nvPr>
            <p:custDataLst>
              <p:tags r:id="rId17"/>
            </p:custDataLst>
          </p:nvPr>
        </p:nvSpPr>
        <p:spPr>
          <a:xfrm>
            <a:off x="6716395" y="5607050"/>
            <a:ext cx="5293360" cy="7594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spc="300" dirty="0">
                <a:solidFill>
                  <a:srgbClr val="F8F8F8"/>
                </a:solidFill>
                <a:latin typeface="+mn-ea"/>
              </a:rPr>
              <a:t>Acknowledgments and References</a:t>
            </a:r>
            <a:endParaRPr lang="en-US" altLang="zh-CN" sz="2400" b="1" spc="300" dirty="0">
              <a:solidFill>
                <a:srgbClr val="F8F8F8"/>
              </a:solidFill>
              <a:latin typeface="+mn-ea"/>
            </a:endParaRPr>
          </a:p>
        </p:txBody>
      </p:sp>
      <p:cxnSp>
        <p:nvCxnSpPr>
          <p:cNvPr id="33" name="形状31"/>
          <p:cNvCxnSpPr/>
          <p:nvPr>
            <p:custDataLst>
              <p:tags r:id="rId18"/>
            </p:custDataLst>
          </p:nvPr>
        </p:nvCxnSpPr>
        <p:spPr>
          <a:xfrm>
            <a:off x="6704261" y="6446551"/>
            <a:ext cx="2893975" cy="0"/>
          </a:xfrm>
          <a:prstGeom prst="line">
            <a:avLst/>
          </a:prstGeom>
          <a:ln w="9525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4"/>
          <p:cNvSpPr/>
          <p:nvPr>
            <p:custDataLst>
              <p:tags r:id="rId19"/>
            </p:custDataLst>
          </p:nvPr>
        </p:nvSpPr>
        <p:spPr>
          <a:xfrm>
            <a:off x="917708" y="3600473"/>
            <a:ext cx="3975864" cy="5609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261" h="883">
                <a:moveTo>
                  <a:pt x="5930" y="0"/>
                </a:moveTo>
                <a:cubicBezTo>
                  <a:pt x="6084" y="0"/>
                  <a:pt x="6194" y="69"/>
                  <a:pt x="6261" y="207"/>
                </a:cubicBezTo>
                <a:lnTo>
                  <a:pt x="6088" y="287"/>
                </a:lnTo>
                <a:cubicBezTo>
                  <a:pt x="6070" y="249"/>
                  <a:pt x="6048" y="222"/>
                  <a:pt x="6023" y="206"/>
                </a:cubicBezTo>
                <a:cubicBezTo>
                  <a:pt x="5997" y="190"/>
                  <a:pt x="5965" y="181"/>
                  <a:pt x="5927" y="181"/>
                </a:cubicBezTo>
                <a:cubicBezTo>
                  <a:pt x="5894" y="181"/>
                  <a:pt x="5865" y="189"/>
                  <a:pt x="5842" y="204"/>
                </a:cubicBezTo>
                <a:cubicBezTo>
                  <a:pt x="5818" y="218"/>
                  <a:pt x="5807" y="237"/>
                  <a:pt x="5807" y="259"/>
                </a:cubicBezTo>
                <a:cubicBezTo>
                  <a:pt x="5807" y="274"/>
                  <a:pt x="5811" y="287"/>
                  <a:pt x="5820" y="296"/>
                </a:cubicBezTo>
                <a:cubicBezTo>
                  <a:pt x="5829" y="306"/>
                  <a:pt x="5845" y="316"/>
                  <a:pt x="5867" y="325"/>
                </a:cubicBezTo>
                <a:cubicBezTo>
                  <a:pt x="5889" y="334"/>
                  <a:pt x="5922" y="345"/>
                  <a:pt x="5966" y="356"/>
                </a:cubicBezTo>
                <a:cubicBezTo>
                  <a:pt x="6023" y="371"/>
                  <a:pt x="6071" y="386"/>
                  <a:pt x="6110" y="402"/>
                </a:cubicBezTo>
                <a:cubicBezTo>
                  <a:pt x="6149" y="418"/>
                  <a:pt x="6183" y="444"/>
                  <a:pt x="6213" y="478"/>
                </a:cubicBezTo>
                <a:cubicBezTo>
                  <a:pt x="6242" y="513"/>
                  <a:pt x="6257" y="559"/>
                  <a:pt x="6257" y="617"/>
                </a:cubicBezTo>
                <a:cubicBezTo>
                  <a:pt x="6257" y="670"/>
                  <a:pt x="6242" y="717"/>
                  <a:pt x="6214" y="757"/>
                </a:cubicBezTo>
                <a:cubicBezTo>
                  <a:pt x="6185" y="797"/>
                  <a:pt x="6145" y="829"/>
                  <a:pt x="6093" y="850"/>
                </a:cubicBezTo>
                <a:cubicBezTo>
                  <a:pt x="6042" y="872"/>
                  <a:pt x="5983" y="883"/>
                  <a:pt x="5917" y="883"/>
                </a:cubicBezTo>
                <a:cubicBezTo>
                  <a:pt x="5835" y="883"/>
                  <a:pt x="5765" y="864"/>
                  <a:pt x="5704" y="825"/>
                </a:cubicBezTo>
                <a:cubicBezTo>
                  <a:pt x="5644" y="785"/>
                  <a:pt x="5600" y="733"/>
                  <a:pt x="5571" y="669"/>
                </a:cubicBezTo>
                <a:lnTo>
                  <a:pt x="5745" y="590"/>
                </a:lnTo>
                <a:cubicBezTo>
                  <a:pt x="5759" y="627"/>
                  <a:pt x="5782" y="655"/>
                  <a:pt x="5812" y="674"/>
                </a:cubicBezTo>
                <a:cubicBezTo>
                  <a:pt x="5842" y="693"/>
                  <a:pt x="5877" y="702"/>
                  <a:pt x="5918" y="702"/>
                </a:cubicBezTo>
                <a:cubicBezTo>
                  <a:pt x="5959" y="702"/>
                  <a:pt x="5991" y="695"/>
                  <a:pt x="6016" y="682"/>
                </a:cubicBezTo>
                <a:cubicBezTo>
                  <a:pt x="6040" y="669"/>
                  <a:pt x="6052" y="651"/>
                  <a:pt x="6052" y="627"/>
                </a:cubicBezTo>
                <a:cubicBezTo>
                  <a:pt x="6052" y="612"/>
                  <a:pt x="6047" y="598"/>
                  <a:pt x="6039" y="588"/>
                </a:cubicBezTo>
                <a:cubicBezTo>
                  <a:pt x="6030" y="577"/>
                  <a:pt x="6014" y="566"/>
                  <a:pt x="5992" y="557"/>
                </a:cubicBezTo>
                <a:cubicBezTo>
                  <a:pt x="5969" y="547"/>
                  <a:pt x="5936" y="536"/>
                  <a:pt x="5893" y="525"/>
                </a:cubicBezTo>
                <a:cubicBezTo>
                  <a:pt x="5835" y="509"/>
                  <a:pt x="5786" y="493"/>
                  <a:pt x="5748" y="477"/>
                </a:cubicBezTo>
                <a:cubicBezTo>
                  <a:pt x="5709" y="461"/>
                  <a:pt x="5675" y="435"/>
                  <a:pt x="5646" y="400"/>
                </a:cubicBezTo>
                <a:cubicBezTo>
                  <a:pt x="5616" y="365"/>
                  <a:pt x="5601" y="319"/>
                  <a:pt x="5601" y="262"/>
                </a:cubicBezTo>
                <a:cubicBezTo>
                  <a:pt x="5601" y="212"/>
                  <a:pt x="5616" y="167"/>
                  <a:pt x="5645" y="127"/>
                </a:cubicBezTo>
                <a:cubicBezTo>
                  <a:pt x="5674" y="87"/>
                  <a:pt x="5714" y="56"/>
                  <a:pt x="5764" y="33"/>
                </a:cubicBezTo>
                <a:cubicBezTo>
                  <a:pt x="5814" y="11"/>
                  <a:pt x="5869" y="0"/>
                  <a:pt x="5930" y="0"/>
                </a:cubicBezTo>
                <a:close/>
                <a:moveTo>
                  <a:pt x="4852" y="15"/>
                </a:moveTo>
                <a:lnTo>
                  <a:pt x="5521" y="15"/>
                </a:lnTo>
                <a:lnTo>
                  <a:pt x="5521" y="203"/>
                </a:lnTo>
                <a:lnTo>
                  <a:pt x="5287" y="203"/>
                </a:lnTo>
                <a:lnTo>
                  <a:pt x="5287" y="868"/>
                </a:lnTo>
                <a:lnTo>
                  <a:pt x="5086" y="868"/>
                </a:lnTo>
                <a:lnTo>
                  <a:pt x="5086" y="203"/>
                </a:lnTo>
                <a:lnTo>
                  <a:pt x="4852" y="203"/>
                </a:lnTo>
                <a:lnTo>
                  <a:pt x="4852" y="15"/>
                </a:lnTo>
                <a:close/>
                <a:moveTo>
                  <a:pt x="4035" y="15"/>
                </a:moveTo>
                <a:lnTo>
                  <a:pt x="4218" y="15"/>
                </a:lnTo>
                <a:lnTo>
                  <a:pt x="4546" y="499"/>
                </a:lnTo>
                <a:lnTo>
                  <a:pt x="4552" y="499"/>
                </a:lnTo>
                <a:lnTo>
                  <a:pt x="4552" y="15"/>
                </a:lnTo>
                <a:lnTo>
                  <a:pt x="4753" y="15"/>
                </a:lnTo>
                <a:lnTo>
                  <a:pt x="4753" y="868"/>
                </a:lnTo>
                <a:lnTo>
                  <a:pt x="4580" y="868"/>
                </a:lnTo>
                <a:lnTo>
                  <a:pt x="4242" y="384"/>
                </a:lnTo>
                <a:lnTo>
                  <a:pt x="4236" y="384"/>
                </a:lnTo>
                <a:lnTo>
                  <a:pt x="4236" y="868"/>
                </a:lnTo>
                <a:lnTo>
                  <a:pt x="4035" y="868"/>
                </a:lnTo>
                <a:lnTo>
                  <a:pt x="4035" y="15"/>
                </a:lnTo>
                <a:close/>
                <a:moveTo>
                  <a:pt x="3334" y="15"/>
                </a:moveTo>
                <a:lnTo>
                  <a:pt x="3914" y="15"/>
                </a:lnTo>
                <a:lnTo>
                  <a:pt x="3914" y="197"/>
                </a:lnTo>
                <a:lnTo>
                  <a:pt x="3535" y="197"/>
                </a:lnTo>
                <a:lnTo>
                  <a:pt x="3535" y="346"/>
                </a:lnTo>
                <a:lnTo>
                  <a:pt x="3893" y="346"/>
                </a:lnTo>
                <a:lnTo>
                  <a:pt x="3893" y="527"/>
                </a:lnTo>
                <a:lnTo>
                  <a:pt x="3535" y="527"/>
                </a:lnTo>
                <a:lnTo>
                  <a:pt x="3535" y="687"/>
                </a:lnTo>
                <a:lnTo>
                  <a:pt x="3927" y="687"/>
                </a:lnTo>
                <a:lnTo>
                  <a:pt x="3927" y="868"/>
                </a:lnTo>
                <a:lnTo>
                  <a:pt x="3334" y="868"/>
                </a:lnTo>
                <a:lnTo>
                  <a:pt x="3334" y="15"/>
                </a:lnTo>
                <a:close/>
                <a:moveTo>
                  <a:pt x="2565" y="15"/>
                </a:moveTo>
                <a:lnTo>
                  <a:pt x="3234" y="15"/>
                </a:lnTo>
                <a:lnTo>
                  <a:pt x="3234" y="203"/>
                </a:lnTo>
                <a:lnTo>
                  <a:pt x="3000" y="203"/>
                </a:lnTo>
                <a:lnTo>
                  <a:pt x="3000" y="868"/>
                </a:lnTo>
                <a:lnTo>
                  <a:pt x="2799" y="868"/>
                </a:lnTo>
                <a:lnTo>
                  <a:pt x="2799" y="203"/>
                </a:lnTo>
                <a:lnTo>
                  <a:pt x="2565" y="203"/>
                </a:lnTo>
                <a:lnTo>
                  <a:pt x="2565" y="15"/>
                </a:lnTo>
                <a:close/>
                <a:moveTo>
                  <a:pt x="1748" y="15"/>
                </a:moveTo>
                <a:lnTo>
                  <a:pt x="1931" y="15"/>
                </a:lnTo>
                <a:lnTo>
                  <a:pt x="2259" y="499"/>
                </a:lnTo>
                <a:lnTo>
                  <a:pt x="2265" y="499"/>
                </a:lnTo>
                <a:lnTo>
                  <a:pt x="2265" y="15"/>
                </a:lnTo>
                <a:lnTo>
                  <a:pt x="2466" y="15"/>
                </a:lnTo>
                <a:lnTo>
                  <a:pt x="2466" y="868"/>
                </a:lnTo>
                <a:lnTo>
                  <a:pt x="2293" y="868"/>
                </a:lnTo>
                <a:lnTo>
                  <a:pt x="1955" y="384"/>
                </a:lnTo>
                <a:lnTo>
                  <a:pt x="1949" y="384"/>
                </a:lnTo>
                <a:lnTo>
                  <a:pt x="1949" y="868"/>
                </a:lnTo>
                <a:lnTo>
                  <a:pt x="1748" y="868"/>
                </a:lnTo>
                <a:lnTo>
                  <a:pt x="1748" y="15"/>
                </a:lnTo>
                <a:close/>
                <a:moveTo>
                  <a:pt x="1229" y="188"/>
                </a:moveTo>
                <a:cubicBezTo>
                  <a:pt x="1167" y="188"/>
                  <a:pt x="1118" y="210"/>
                  <a:pt x="1083" y="255"/>
                </a:cubicBezTo>
                <a:cubicBezTo>
                  <a:pt x="1048" y="300"/>
                  <a:pt x="1030" y="362"/>
                  <a:pt x="1030" y="442"/>
                </a:cubicBezTo>
                <a:cubicBezTo>
                  <a:pt x="1030" y="522"/>
                  <a:pt x="1048" y="584"/>
                  <a:pt x="1083" y="629"/>
                </a:cubicBezTo>
                <a:cubicBezTo>
                  <a:pt x="1118" y="673"/>
                  <a:pt x="1167" y="696"/>
                  <a:pt x="1229" y="696"/>
                </a:cubicBezTo>
                <a:cubicBezTo>
                  <a:pt x="1291" y="696"/>
                  <a:pt x="1339" y="673"/>
                  <a:pt x="1375" y="629"/>
                </a:cubicBezTo>
                <a:cubicBezTo>
                  <a:pt x="1410" y="584"/>
                  <a:pt x="1428" y="522"/>
                  <a:pt x="1428" y="442"/>
                </a:cubicBezTo>
                <a:cubicBezTo>
                  <a:pt x="1428" y="362"/>
                  <a:pt x="1410" y="300"/>
                  <a:pt x="1375" y="255"/>
                </a:cubicBezTo>
                <a:cubicBezTo>
                  <a:pt x="1339" y="210"/>
                  <a:pt x="1291" y="188"/>
                  <a:pt x="1229" y="188"/>
                </a:cubicBezTo>
                <a:close/>
                <a:moveTo>
                  <a:pt x="1229" y="0"/>
                </a:moveTo>
                <a:cubicBezTo>
                  <a:pt x="1312" y="0"/>
                  <a:pt x="1383" y="18"/>
                  <a:pt x="1444" y="53"/>
                </a:cubicBezTo>
                <a:cubicBezTo>
                  <a:pt x="1504" y="88"/>
                  <a:pt x="1551" y="139"/>
                  <a:pt x="1584" y="205"/>
                </a:cubicBezTo>
                <a:cubicBezTo>
                  <a:pt x="1616" y="271"/>
                  <a:pt x="1633" y="350"/>
                  <a:pt x="1633" y="442"/>
                </a:cubicBezTo>
                <a:cubicBezTo>
                  <a:pt x="1633" y="533"/>
                  <a:pt x="1616" y="612"/>
                  <a:pt x="1584" y="678"/>
                </a:cubicBezTo>
                <a:cubicBezTo>
                  <a:pt x="1551" y="744"/>
                  <a:pt x="1504" y="795"/>
                  <a:pt x="1444" y="831"/>
                </a:cubicBezTo>
                <a:cubicBezTo>
                  <a:pt x="1383" y="866"/>
                  <a:pt x="1312" y="883"/>
                  <a:pt x="1229" y="883"/>
                </a:cubicBezTo>
                <a:cubicBezTo>
                  <a:pt x="1146" y="883"/>
                  <a:pt x="1074" y="866"/>
                  <a:pt x="1014" y="831"/>
                </a:cubicBezTo>
                <a:cubicBezTo>
                  <a:pt x="954" y="795"/>
                  <a:pt x="907" y="744"/>
                  <a:pt x="874" y="678"/>
                </a:cubicBezTo>
                <a:cubicBezTo>
                  <a:pt x="841" y="612"/>
                  <a:pt x="825" y="533"/>
                  <a:pt x="825" y="442"/>
                </a:cubicBezTo>
                <a:cubicBezTo>
                  <a:pt x="825" y="350"/>
                  <a:pt x="841" y="271"/>
                  <a:pt x="874" y="205"/>
                </a:cubicBezTo>
                <a:cubicBezTo>
                  <a:pt x="907" y="139"/>
                  <a:pt x="954" y="88"/>
                  <a:pt x="1014" y="53"/>
                </a:cubicBezTo>
                <a:cubicBezTo>
                  <a:pt x="1074" y="18"/>
                  <a:pt x="1146" y="0"/>
                  <a:pt x="1229" y="0"/>
                </a:cubicBezTo>
                <a:close/>
                <a:moveTo>
                  <a:pt x="419" y="0"/>
                </a:moveTo>
                <a:cubicBezTo>
                  <a:pt x="567" y="0"/>
                  <a:pt x="675" y="72"/>
                  <a:pt x="743" y="217"/>
                </a:cubicBezTo>
                <a:lnTo>
                  <a:pt x="565" y="295"/>
                </a:lnTo>
                <a:cubicBezTo>
                  <a:pt x="550" y="260"/>
                  <a:pt x="529" y="233"/>
                  <a:pt x="502" y="215"/>
                </a:cubicBezTo>
                <a:cubicBezTo>
                  <a:pt x="475" y="197"/>
                  <a:pt x="443" y="188"/>
                  <a:pt x="407" y="188"/>
                </a:cubicBezTo>
                <a:cubicBezTo>
                  <a:pt x="368" y="188"/>
                  <a:pt x="334" y="198"/>
                  <a:pt x="303" y="219"/>
                </a:cubicBezTo>
                <a:cubicBezTo>
                  <a:pt x="272" y="239"/>
                  <a:pt x="249" y="268"/>
                  <a:pt x="232" y="306"/>
                </a:cubicBezTo>
                <a:cubicBezTo>
                  <a:pt x="215" y="344"/>
                  <a:pt x="206" y="388"/>
                  <a:pt x="206" y="437"/>
                </a:cubicBezTo>
                <a:cubicBezTo>
                  <a:pt x="206" y="489"/>
                  <a:pt x="215" y="535"/>
                  <a:pt x="232" y="573"/>
                </a:cubicBezTo>
                <a:cubicBezTo>
                  <a:pt x="249" y="612"/>
                  <a:pt x="272" y="642"/>
                  <a:pt x="303" y="664"/>
                </a:cubicBezTo>
                <a:cubicBezTo>
                  <a:pt x="334" y="685"/>
                  <a:pt x="368" y="696"/>
                  <a:pt x="407" y="696"/>
                </a:cubicBezTo>
                <a:cubicBezTo>
                  <a:pt x="476" y="696"/>
                  <a:pt x="529" y="660"/>
                  <a:pt x="567" y="589"/>
                </a:cubicBezTo>
                <a:lnTo>
                  <a:pt x="745" y="666"/>
                </a:lnTo>
                <a:cubicBezTo>
                  <a:pt x="713" y="736"/>
                  <a:pt x="668" y="790"/>
                  <a:pt x="610" y="827"/>
                </a:cubicBezTo>
                <a:cubicBezTo>
                  <a:pt x="552" y="865"/>
                  <a:pt x="485" y="883"/>
                  <a:pt x="408" y="883"/>
                </a:cubicBezTo>
                <a:cubicBezTo>
                  <a:pt x="329" y="883"/>
                  <a:pt x="258" y="865"/>
                  <a:pt x="197" y="828"/>
                </a:cubicBezTo>
                <a:cubicBezTo>
                  <a:pt x="135" y="791"/>
                  <a:pt x="86" y="738"/>
                  <a:pt x="52" y="671"/>
                </a:cubicBezTo>
                <a:cubicBezTo>
                  <a:pt x="17" y="603"/>
                  <a:pt x="0" y="525"/>
                  <a:pt x="0" y="437"/>
                </a:cubicBezTo>
                <a:cubicBezTo>
                  <a:pt x="0" y="351"/>
                  <a:pt x="17" y="275"/>
                  <a:pt x="52" y="208"/>
                </a:cubicBezTo>
                <a:cubicBezTo>
                  <a:pt x="87" y="142"/>
                  <a:pt x="137" y="91"/>
                  <a:pt x="200" y="55"/>
                </a:cubicBezTo>
                <a:cubicBezTo>
                  <a:pt x="264" y="18"/>
                  <a:pt x="337" y="0"/>
                  <a:pt x="419" y="0"/>
                </a:cubicBezTo>
                <a:close/>
              </a:path>
            </a:pathLst>
          </a:custGeom>
          <a:noFill/>
          <a:ln w="19050">
            <a:solidFill>
              <a:schemeClr val="accent1">
                <a:alpha val="39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n>
                <a:noFill/>
              </a:ln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890"/>
              <a:t>Research Background and Problems</a:t>
            </a:r>
            <a:br>
              <a:rPr lang="en-US" altLang="zh-CN"/>
            </a:br>
            <a:endParaRPr lang="en-US" altLang="zh-CN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PART </a:t>
            </a:r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PART </a:t>
            </a:r>
            <a:r>
              <a:rPr lang="zh-CN" altLang="en-US">
                <a:sym typeface="+mn-ea"/>
              </a:rPr>
              <a:t>01</a:t>
            </a:r>
            <a:endParaRPr lang="zh-CN" altLang="en-US"/>
          </a:p>
        </p:txBody>
      </p:sp>
      <p:sp>
        <p:nvSpPr>
          <p:cNvPr id="11" name="圆角矩形 1"/>
          <p:cNvSpPr/>
          <p:nvPr>
            <p:custDataLst>
              <p:tags r:id="rId2"/>
            </p:custDataLst>
          </p:nvPr>
        </p:nvSpPr>
        <p:spPr>
          <a:xfrm>
            <a:off x="908685" y="1475740"/>
            <a:ext cx="10587355" cy="6477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15" name="圆角矩形 11"/>
          <p:cNvSpPr/>
          <p:nvPr>
            <p:custDataLst>
              <p:tags r:id="rId3"/>
            </p:custDataLst>
          </p:nvPr>
        </p:nvSpPr>
        <p:spPr>
          <a:xfrm>
            <a:off x="695960" y="1547495"/>
            <a:ext cx="2221052" cy="5041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Clinical Importance:</a:t>
            </a:r>
            <a:endParaRPr lang="en-US" altLang="zh-CN" sz="14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2917190" y="1475740"/>
            <a:ext cx="8579485" cy="6477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Fundus vessel segmentation is crucial for the early screening of ocular diseases such as diabetic retinopathy and glaucoma.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2" name="圆角矩形 6"/>
          <p:cNvSpPr/>
          <p:nvPr>
            <p:custDataLst>
              <p:tags r:id="rId5"/>
            </p:custDataLst>
          </p:nvPr>
        </p:nvSpPr>
        <p:spPr>
          <a:xfrm>
            <a:off x="2642870" y="4897120"/>
            <a:ext cx="8853170" cy="6477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6"/>
            </p:custDataLst>
          </p:nvPr>
        </p:nvSpPr>
        <p:spPr>
          <a:xfrm>
            <a:off x="3152775" y="4897120"/>
            <a:ext cx="7845425" cy="6477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Leads to discontinuous segmentation and increased breakpoints in small vessels.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5" name="圆角矩形 7"/>
          <p:cNvSpPr/>
          <p:nvPr>
            <p:custDataLst>
              <p:tags r:id="rId7"/>
            </p:custDataLst>
          </p:nvPr>
        </p:nvSpPr>
        <p:spPr>
          <a:xfrm>
            <a:off x="2642870" y="4041775"/>
            <a:ext cx="8853170" cy="6477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8"/>
            </p:custDataLst>
          </p:nvPr>
        </p:nvSpPr>
        <p:spPr>
          <a:xfrm>
            <a:off x="3152775" y="4041775"/>
            <a:ext cx="7845425" cy="6477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Easy loss of spatial correlation between small vessel branches and main trunks.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8" name="圆角矩形 8"/>
          <p:cNvSpPr/>
          <p:nvPr>
            <p:custDataLst>
              <p:tags r:id="rId9"/>
            </p:custDataLst>
          </p:nvPr>
        </p:nvSpPr>
        <p:spPr>
          <a:xfrm>
            <a:off x="908685" y="3186430"/>
            <a:ext cx="10587355" cy="6477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9" name="圆角矩形 11"/>
          <p:cNvSpPr/>
          <p:nvPr>
            <p:custDataLst>
              <p:tags r:id="rId10"/>
            </p:custDataLst>
          </p:nvPr>
        </p:nvSpPr>
        <p:spPr>
          <a:xfrm>
            <a:off x="695960" y="3258185"/>
            <a:ext cx="2221052" cy="5041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Current Issues:</a:t>
            </a:r>
            <a:endParaRPr lang="en-US" altLang="zh-CN" sz="14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11"/>
            </p:custDataLst>
          </p:nvPr>
        </p:nvSpPr>
        <p:spPr>
          <a:xfrm>
            <a:off x="3152775" y="3186430"/>
            <a:ext cx="7845425" cy="6477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Limited receptive field of convolutional operations.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1" name="圆角矩形 9"/>
          <p:cNvSpPr/>
          <p:nvPr>
            <p:custDataLst>
              <p:tags r:id="rId12"/>
            </p:custDataLst>
          </p:nvPr>
        </p:nvSpPr>
        <p:spPr>
          <a:xfrm>
            <a:off x="908685" y="2331085"/>
            <a:ext cx="10587355" cy="6477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32" name="圆角矩形 11"/>
          <p:cNvSpPr/>
          <p:nvPr>
            <p:custDataLst>
              <p:tags r:id="rId13"/>
            </p:custDataLst>
          </p:nvPr>
        </p:nvSpPr>
        <p:spPr>
          <a:xfrm>
            <a:off x="695960" y="2402840"/>
            <a:ext cx="2221052" cy="5041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Technical Bottleneck:</a:t>
            </a:r>
            <a:endParaRPr lang="en-US" altLang="zh-CN" sz="14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14"/>
            </p:custDataLst>
          </p:nvPr>
        </p:nvSpPr>
        <p:spPr>
          <a:xfrm>
            <a:off x="2917825" y="2331085"/>
            <a:ext cx="8578850" cy="6477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U-Net and its variants struggle to model the long-range dependencies inherent in tree-like vessel structures.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3090" y="4113530"/>
            <a:ext cx="1977390" cy="1452245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Solution and Model Comparison</a:t>
            </a:r>
            <a:br>
              <a:rPr lang="en-US" altLang="zh-CN"/>
            </a:br>
            <a:endParaRPr lang="en-US" altLang="zh-CN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en-US" altLang="zh-CN"/>
              <a:t>PART </a:t>
            </a:r>
            <a:r>
              <a:rPr lang="zh-CN" altLang="en-US"/>
              <a:t>0</a:t>
            </a:r>
            <a:r>
              <a:rPr lang="en-US" altLang="zh-CN"/>
              <a:t>2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22"/>
          <p:cNvSpPr/>
          <p:nvPr>
            <p:custDataLst>
              <p:tags r:id="rId1"/>
            </p:custDataLst>
          </p:nvPr>
        </p:nvSpPr>
        <p:spPr>
          <a:xfrm>
            <a:off x="684530" y="1735455"/>
            <a:ext cx="3323590" cy="4070985"/>
          </a:xfrm>
          <a:prstGeom prst="roundRect">
            <a:avLst>
              <a:gd name="adj" fmla="val 6347"/>
            </a:avLst>
          </a:prstGeom>
          <a:solidFill>
            <a:srgbClr val="FFFFFF">
              <a:alpha val="5000"/>
            </a:srgbClr>
          </a:solidFill>
          <a:ln w="15875">
            <a:noFill/>
          </a:ln>
          <a:effectLst>
            <a:outerShdw blurRad="279400" dist="228600" dir="2700000" algn="tl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9795" tIns="616585" rIns="239795" bIns="350520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: 圆角 33"/>
          <p:cNvSpPr/>
          <p:nvPr>
            <p:custDataLst>
              <p:tags r:id="rId2"/>
            </p:custDataLst>
          </p:nvPr>
        </p:nvSpPr>
        <p:spPr>
          <a:xfrm>
            <a:off x="4426585" y="1735455"/>
            <a:ext cx="3323590" cy="4070985"/>
          </a:xfrm>
          <a:prstGeom prst="roundRect">
            <a:avLst>
              <a:gd name="adj" fmla="val 6347"/>
            </a:avLst>
          </a:prstGeom>
          <a:solidFill>
            <a:srgbClr val="FFFFFF">
              <a:alpha val="5000"/>
            </a:srgbClr>
          </a:solidFill>
          <a:ln w="15875">
            <a:noFill/>
          </a:ln>
          <a:effectLst>
            <a:outerShdw blurRad="279400" dist="228600" dir="2700000" algn="tl" rotWithShape="0">
              <a:schemeClr val="accent4">
                <a:alpha val="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9795" tIns="616585" rIns="239795" bIns="350520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: 圆角 44"/>
          <p:cNvSpPr/>
          <p:nvPr>
            <p:custDataLst>
              <p:tags r:id="rId3"/>
            </p:custDataLst>
          </p:nvPr>
        </p:nvSpPr>
        <p:spPr>
          <a:xfrm>
            <a:off x="8176260" y="1735455"/>
            <a:ext cx="3323590" cy="4070985"/>
          </a:xfrm>
          <a:prstGeom prst="roundRect">
            <a:avLst>
              <a:gd name="adj" fmla="val 6347"/>
            </a:avLst>
          </a:prstGeom>
          <a:solidFill>
            <a:srgbClr val="FFFFFF">
              <a:alpha val="5000"/>
            </a:srgbClr>
          </a:solidFill>
          <a:ln w="15875">
            <a:noFill/>
          </a:ln>
          <a:effectLst>
            <a:outerShdw blurRad="279400" dist="228600" dir="2700000" algn="tl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9795" tIns="616585" rIns="239795" bIns="350520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PART </a:t>
            </a:r>
            <a:r>
              <a:rPr lang="zh-CN" altLang="en-US">
                <a:sym typeface="+mn-ea"/>
              </a:rPr>
              <a:t>0</a:t>
            </a:r>
            <a:r>
              <a:rPr lang="en-US" altLang="zh-CN">
                <a:sym typeface="+mn-ea"/>
              </a:rPr>
              <a:t>2</a:t>
            </a:r>
            <a:endParaRPr lang="zh-CN" altLang="en-US"/>
          </a:p>
        </p:txBody>
      </p:sp>
      <p:sp>
        <p:nvSpPr>
          <p:cNvPr id="3" name="矩形: 圆角 2"/>
          <p:cNvSpPr/>
          <p:nvPr>
            <p:custDataLst>
              <p:tags r:id="rId5"/>
            </p:custDataLst>
          </p:nvPr>
        </p:nvSpPr>
        <p:spPr>
          <a:xfrm>
            <a:off x="692150" y="1734820"/>
            <a:ext cx="3323590" cy="4070985"/>
          </a:xfrm>
          <a:prstGeom prst="roundRect">
            <a:avLst>
              <a:gd name="adj" fmla="val 6347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accent1">
                <a:lumMod val="40000"/>
                <a:lumOff val="60000"/>
                <a:alpha val="60000"/>
              </a:schemeClr>
            </a:solidFill>
          </a:ln>
          <a:effectLst>
            <a:outerShdw blurRad="279400" dist="228600" dir="2700000" algn="tl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9795" tIns="616585" rIns="239795" bIns="350520"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Integrating a Transformer into the bottleneck layer of U-Net can significantly improve the modeling of long-range dependencies.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9" name="任意多边形: 形状 28"/>
          <p:cNvSpPr/>
          <p:nvPr>
            <p:custDataLst>
              <p:tags r:id="rId6"/>
            </p:custDataLst>
          </p:nvPr>
        </p:nvSpPr>
        <p:spPr>
          <a:xfrm>
            <a:off x="1092200" y="1615440"/>
            <a:ext cx="2523490" cy="720725"/>
          </a:xfrm>
          <a:prstGeom prst="round2SameRect">
            <a:avLst>
              <a:gd name="adj1" fmla="val 0"/>
              <a:gd name="adj2" fmla="val 35242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9000">
                <a:schemeClr val="accent1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  <a:effectLst>
            <a:outerShdw blurRad="101600" dist="762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Core Hypothesis</a:t>
            </a:r>
            <a:endParaRPr lang="en-US" altLang="zh-CN" sz="16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5" name="等腰三角形 24"/>
          <p:cNvSpPr/>
          <p:nvPr>
            <p:custDataLst>
              <p:tags r:id="rId7"/>
            </p:custDataLst>
          </p:nvPr>
        </p:nvSpPr>
        <p:spPr>
          <a:xfrm>
            <a:off x="982110" y="16155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等腰三角形 25"/>
          <p:cNvSpPr/>
          <p:nvPr>
            <p:custDataLst>
              <p:tags r:id="rId8"/>
            </p:custDataLst>
          </p:nvPr>
        </p:nvSpPr>
        <p:spPr>
          <a:xfrm flipH="1">
            <a:off x="3615978" y="16155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/>
          <p:cNvSpPr/>
          <p:nvPr>
            <p:custDataLst>
              <p:tags r:id="rId9"/>
            </p:custDataLst>
          </p:nvPr>
        </p:nvSpPr>
        <p:spPr>
          <a:xfrm>
            <a:off x="4434205" y="1734820"/>
            <a:ext cx="3323590" cy="4070985"/>
          </a:xfrm>
          <a:prstGeom prst="roundRect">
            <a:avLst>
              <a:gd name="adj" fmla="val 6347"/>
            </a:avLst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accent4">
                <a:lumMod val="40000"/>
                <a:lumOff val="60000"/>
                <a:alpha val="60000"/>
              </a:schemeClr>
            </a:solidFill>
          </a:ln>
          <a:effectLst>
            <a:outerShdw blurRad="279400" dist="228600" dir="2700000" algn="tl" rotWithShape="0">
              <a:schemeClr val="accent4">
                <a:alpha val="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9795" tIns="616585" rIns="239795" bIns="350520" rtlCol="0" anchor="ctr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Retains the local feature extraction capability of CNNs.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Introduces the global attention mechanism of the Transformer at the bottleneck layer.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Achieves a balance between computational efficiency and performance.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7" name="任意多边形: 形状 36"/>
          <p:cNvSpPr/>
          <p:nvPr>
            <p:custDataLst>
              <p:tags r:id="rId10"/>
            </p:custDataLst>
          </p:nvPr>
        </p:nvSpPr>
        <p:spPr>
          <a:xfrm>
            <a:off x="4834255" y="1615440"/>
            <a:ext cx="2523490" cy="720725"/>
          </a:xfrm>
          <a:prstGeom prst="round2SameRect">
            <a:avLst>
              <a:gd name="adj1" fmla="val 0"/>
              <a:gd name="adj2" fmla="val 35242"/>
            </a:avLst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66450">
                <a:schemeClr val="accent4"/>
              </a:gs>
              <a:gs pos="100000">
                <a:schemeClr val="accent4"/>
              </a:gs>
            </a:gsLst>
            <a:lin ang="2700000" scaled="1"/>
            <a:tileRect/>
          </a:gradFill>
          <a:ln>
            <a:noFill/>
          </a:ln>
          <a:effectLst>
            <a:outerShdw blurRad="101600" dist="76200" dir="2700000" algn="tl" rotWithShape="0">
              <a:schemeClr val="accent4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Innovative Model: U-Net-Transformer</a:t>
            </a:r>
            <a:endParaRPr lang="en-US" altLang="zh-CN" sz="16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8" name="等腰三角形 37"/>
          <p:cNvSpPr/>
          <p:nvPr>
            <p:custDataLst>
              <p:tags r:id="rId11"/>
            </p:custDataLst>
          </p:nvPr>
        </p:nvSpPr>
        <p:spPr>
          <a:xfrm>
            <a:off x="4723884" y="16155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等腰三角形 38"/>
          <p:cNvSpPr/>
          <p:nvPr>
            <p:custDataLst>
              <p:tags r:id="rId12"/>
            </p:custDataLst>
          </p:nvPr>
        </p:nvSpPr>
        <p:spPr>
          <a:xfrm flipH="1">
            <a:off x="7357752" y="16155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/>
          <p:cNvSpPr/>
          <p:nvPr>
            <p:custDataLst>
              <p:tags r:id="rId13"/>
            </p:custDataLst>
          </p:nvPr>
        </p:nvSpPr>
        <p:spPr>
          <a:xfrm>
            <a:off x="8183880" y="1734820"/>
            <a:ext cx="3323590" cy="4070985"/>
          </a:xfrm>
          <a:prstGeom prst="roundRect">
            <a:avLst>
              <a:gd name="adj" fmla="val 6347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accent1">
                <a:lumMod val="40000"/>
                <a:lumOff val="60000"/>
                <a:alpha val="60000"/>
              </a:schemeClr>
            </a:solidFill>
          </a:ln>
          <a:effectLst>
            <a:outerShdw blurRad="279400" dist="228600" dir="2700000" algn="tl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9795" tIns="616585" rIns="239795" bIns="350520" rtlCol="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U-Net: Classic structure, strong in capturing local features.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U-Net++: Enhances feature fusion through nested skip connections.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U-Net-Transformer: Integrates a Transformer module in the bottleneck layer, combining global and local features.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4" name="任意多边形: 形状 43"/>
          <p:cNvSpPr/>
          <p:nvPr>
            <p:custDataLst>
              <p:tags r:id="rId14"/>
            </p:custDataLst>
          </p:nvPr>
        </p:nvSpPr>
        <p:spPr>
          <a:xfrm>
            <a:off x="8583930" y="1615440"/>
            <a:ext cx="2523490" cy="720725"/>
          </a:xfrm>
          <a:prstGeom prst="round2SameRect">
            <a:avLst>
              <a:gd name="adj1" fmla="val 0"/>
              <a:gd name="adj2" fmla="val 35242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9000">
                <a:schemeClr val="accent1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  <a:effectLst>
            <a:outerShdw blurRad="101600" dist="762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Model Comparison</a:t>
            </a:r>
            <a:endParaRPr lang="en-US" altLang="zh-CN" sz="16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5" name="等腰三角形 44"/>
          <p:cNvSpPr/>
          <p:nvPr>
            <p:custDataLst>
              <p:tags r:id="rId15"/>
            </p:custDataLst>
          </p:nvPr>
        </p:nvSpPr>
        <p:spPr>
          <a:xfrm>
            <a:off x="8473278" y="16155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等腰三角形 45"/>
          <p:cNvSpPr/>
          <p:nvPr>
            <p:custDataLst>
              <p:tags r:id="rId16"/>
            </p:custDataLst>
          </p:nvPr>
        </p:nvSpPr>
        <p:spPr>
          <a:xfrm flipH="1">
            <a:off x="11107146" y="16155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890"/>
              <a:t>Expected Performance and Core Advantages</a:t>
            </a:r>
            <a:br>
              <a:rPr lang="en-US" altLang="zh-CN" sz="4890"/>
            </a:br>
            <a:endParaRPr lang="en-US" altLang="zh-CN" sz="489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en-US" altLang="zh-CN"/>
              <a:t>PART </a:t>
            </a:r>
            <a:r>
              <a:rPr lang="zh-CN" altLang="en-US"/>
              <a:t>0</a:t>
            </a:r>
            <a:r>
              <a:rPr lang="en-US" altLang="zh-CN"/>
              <a:t>3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PART </a:t>
            </a:r>
            <a:r>
              <a:rPr lang="zh-CN" altLang="en-US">
                <a:sym typeface="+mn-ea"/>
              </a:rPr>
              <a:t>0</a:t>
            </a:r>
            <a:r>
              <a:rPr lang="en-US" altLang="zh-CN">
                <a:sym typeface="+mn-ea"/>
              </a:rPr>
              <a:t>3</a:t>
            </a:r>
            <a:endParaRPr lang="zh-CN" altLang="en-US"/>
          </a:p>
        </p:txBody>
      </p:sp>
      <p:sp useBgFill="1"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706120" y="1629410"/>
            <a:ext cx="3455035" cy="4559935"/>
          </a:xfrm>
          <a:prstGeom prst="rect">
            <a:avLst/>
          </a:prstGeom>
          <a:ln w="3175">
            <a:noFill/>
          </a:ln>
          <a:effectLst>
            <a:outerShdw blurRad="215900" dist="50800" dir="5400000" sx="102000" sy="102000" algn="ctr" rotWithShape="0">
              <a:schemeClr val="accent1">
                <a:alpha val="15000"/>
              </a:schemeClr>
            </a:outerShdw>
          </a:effectLst>
        </p:spPr>
        <p:txBody>
          <a:bodyPr wrap="none" lIns="215900" tIns="935990" rIns="215900" bIns="36195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br>
              <a:rPr lang="zh-CN" altLang="en-US" sz="1400">
                <a:solidFill>
                  <a:srgbClr val="666666"/>
                </a:solidFill>
                <a:latin typeface="+mn-ea"/>
                <a:cs typeface="+mn-ea"/>
                <a:sym typeface="+mn-ea"/>
              </a:rPr>
            </a:br>
            <a:endParaRPr lang="zh-CN" altLang="en-US" sz="1400">
              <a:solidFill>
                <a:srgbClr val="66666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9" name="矩形 28"/>
          <p:cNvSpPr/>
          <p:nvPr>
            <p:custDataLst>
              <p:tags r:id="rId3"/>
            </p:custDataLst>
          </p:nvPr>
        </p:nvSpPr>
        <p:spPr>
          <a:xfrm>
            <a:off x="706120" y="1629410"/>
            <a:ext cx="3455035" cy="4559935"/>
          </a:xfrm>
          <a:prstGeom prst="rect">
            <a:avLst/>
          </a:prstGeom>
          <a:solidFill>
            <a:srgbClr val="FFFFFF">
              <a:alpha val="20000"/>
            </a:srgbClr>
          </a:solidFill>
          <a:ln w="3175">
            <a:noFill/>
          </a:ln>
          <a:effectLst/>
        </p:spPr>
        <p:txBody>
          <a:bodyPr wrap="none" lIns="215900" tIns="935990" rIns="215900" bIns="36195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br>
              <a:rPr lang="zh-CN" altLang="en-US" sz="1400">
                <a:solidFill>
                  <a:srgbClr val="666666"/>
                </a:solidFill>
                <a:latin typeface="+mn-ea"/>
                <a:cs typeface="+mn-ea"/>
                <a:sym typeface="+mn-ea"/>
              </a:rPr>
            </a:br>
            <a:endParaRPr lang="zh-CN" altLang="en-US" sz="1400">
              <a:solidFill>
                <a:srgbClr val="66666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圆角矩形 22"/>
          <p:cNvSpPr/>
          <p:nvPr>
            <p:custDataLst>
              <p:tags r:id="rId4"/>
            </p:custDataLst>
          </p:nvPr>
        </p:nvSpPr>
        <p:spPr>
          <a:xfrm>
            <a:off x="1533525" y="6108700"/>
            <a:ext cx="1800225" cy="90170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1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1182370" y="2871470"/>
            <a:ext cx="2617470" cy="29540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171450" indent="-17145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Dice Coefficient, IoU, AUC (small vessels): U-Net-Transformer is expected to outperform U-Net by 5-8% and surpass U-Net++.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marL="171450" indent="-17145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Sensitivity/Recall: Significant improvement, with enhanced detection capability for small vessels.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marL="171450" indent="-17145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Computational Complexity: Only a slight, manageable increase.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" name="任意多边形 5"/>
          <p:cNvSpPr/>
          <p:nvPr>
            <p:custDataLst>
              <p:tags r:id="rId6"/>
            </p:custDataLst>
          </p:nvPr>
        </p:nvSpPr>
        <p:spPr>
          <a:xfrm>
            <a:off x="965200" y="1464310"/>
            <a:ext cx="923290" cy="118618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13" h="1429">
                <a:moveTo>
                  <a:pt x="1113" y="201"/>
                </a:moveTo>
                <a:lnTo>
                  <a:pt x="996" y="201"/>
                </a:lnTo>
                <a:lnTo>
                  <a:pt x="1113" y="201"/>
                </a:lnTo>
                <a:close/>
                <a:moveTo>
                  <a:pt x="173" y="0"/>
                </a:moveTo>
                <a:lnTo>
                  <a:pt x="183" y="0"/>
                </a:lnTo>
                <a:lnTo>
                  <a:pt x="1113" y="0"/>
                </a:lnTo>
                <a:lnTo>
                  <a:pt x="1113" y="1"/>
                </a:lnTo>
                <a:lnTo>
                  <a:pt x="1108" y="1"/>
                </a:lnTo>
                <a:cubicBezTo>
                  <a:pt x="1045" y="6"/>
                  <a:pt x="995" y="82"/>
                  <a:pt x="995" y="174"/>
                </a:cubicBezTo>
                <a:cubicBezTo>
                  <a:pt x="995" y="183"/>
                  <a:pt x="995" y="192"/>
                  <a:pt x="996" y="200"/>
                </a:cubicBezTo>
                <a:lnTo>
                  <a:pt x="996" y="201"/>
                </a:lnTo>
                <a:lnTo>
                  <a:pt x="989" y="201"/>
                </a:lnTo>
                <a:lnTo>
                  <a:pt x="989" y="904"/>
                </a:lnTo>
                <a:lnTo>
                  <a:pt x="989" y="909"/>
                </a:lnTo>
                <a:cubicBezTo>
                  <a:pt x="990" y="917"/>
                  <a:pt x="990" y="925"/>
                  <a:pt x="990" y="934"/>
                </a:cubicBezTo>
                <a:cubicBezTo>
                  <a:pt x="990" y="943"/>
                  <a:pt x="990" y="951"/>
                  <a:pt x="989" y="959"/>
                </a:cubicBezTo>
                <a:lnTo>
                  <a:pt x="989" y="964"/>
                </a:lnTo>
                <a:lnTo>
                  <a:pt x="989" y="971"/>
                </a:lnTo>
                <a:lnTo>
                  <a:pt x="989" y="973"/>
                </a:lnTo>
                <a:cubicBezTo>
                  <a:pt x="988" y="999"/>
                  <a:pt x="984" y="1025"/>
                  <a:pt x="977" y="1050"/>
                </a:cubicBezTo>
                <a:lnTo>
                  <a:pt x="975" y="1055"/>
                </a:lnTo>
                <a:lnTo>
                  <a:pt x="974" y="1058"/>
                </a:lnTo>
                <a:cubicBezTo>
                  <a:pt x="919" y="1271"/>
                  <a:pt x="726" y="1429"/>
                  <a:pt x="495" y="1429"/>
                </a:cubicBezTo>
                <a:cubicBezTo>
                  <a:pt x="264" y="1429"/>
                  <a:pt x="71" y="1271"/>
                  <a:pt x="16" y="1058"/>
                </a:cubicBezTo>
                <a:lnTo>
                  <a:pt x="15" y="1055"/>
                </a:lnTo>
                <a:lnTo>
                  <a:pt x="13" y="1050"/>
                </a:lnTo>
                <a:cubicBezTo>
                  <a:pt x="6" y="1025"/>
                  <a:pt x="2" y="999"/>
                  <a:pt x="1" y="973"/>
                </a:cubicBezTo>
                <a:lnTo>
                  <a:pt x="1" y="971"/>
                </a:lnTo>
                <a:lnTo>
                  <a:pt x="1" y="964"/>
                </a:lnTo>
                <a:lnTo>
                  <a:pt x="1" y="959"/>
                </a:lnTo>
                <a:cubicBezTo>
                  <a:pt x="0" y="951"/>
                  <a:pt x="0" y="943"/>
                  <a:pt x="0" y="934"/>
                </a:cubicBezTo>
                <a:cubicBezTo>
                  <a:pt x="0" y="925"/>
                  <a:pt x="0" y="917"/>
                  <a:pt x="1" y="909"/>
                </a:cubicBezTo>
                <a:lnTo>
                  <a:pt x="1" y="904"/>
                </a:lnTo>
                <a:lnTo>
                  <a:pt x="1" y="185"/>
                </a:lnTo>
                <a:lnTo>
                  <a:pt x="1" y="185"/>
                </a:lnTo>
                <a:lnTo>
                  <a:pt x="1" y="183"/>
                </a:lnTo>
                <a:cubicBezTo>
                  <a:pt x="1" y="181"/>
                  <a:pt x="1" y="178"/>
                  <a:pt x="1" y="175"/>
                </a:cubicBezTo>
                <a:cubicBezTo>
                  <a:pt x="1" y="84"/>
                  <a:pt x="72" y="10"/>
                  <a:pt x="164" y="1"/>
                </a:cubicBezTo>
                <a:lnTo>
                  <a:pt x="164" y="1"/>
                </a:lnTo>
                <a:lnTo>
                  <a:pt x="167" y="0"/>
                </a:lnTo>
                <a:cubicBezTo>
                  <a:pt x="169" y="0"/>
                  <a:pt x="171" y="0"/>
                  <a:pt x="17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1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101600" dist="25400" dir="5400000" sx="103000" sy="103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rIns="17970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500" b="1">
                <a:latin typeface="+mn-ea"/>
                <a:cs typeface="+mn-ea"/>
                <a:sym typeface="+mn-ea"/>
              </a:rPr>
              <a:t>01</a:t>
            </a:r>
            <a:endParaRPr lang="en-US" altLang="zh-CN" sz="2500" b="1">
              <a:latin typeface="+mn-ea"/>
              <a:cs typeface="+mn-ea"/>
              <a:sym typeface="+mn-ea"/>
            </a:endParaRPr>
          </a:p>
        </p:txBody>
      </p:sp>
      <p:sp>
        <p:nvSpPr>
          <p:cNvPr id="7" name="任意多边形 6"/>
          <p:cNvSpPr/>
          <p:nvPr>
            <p:custDataLst>
              <p:tags r:id="rId7"/>
            </p:custDataLst>
          </p:nvPr>
        </p:nvSpPr>
        <p:spPr>
          <a:xfrm>
            <a:off x="1779905" y="1463675"/>
            <a:ext cx="224155" cy="1657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" h="253">
                <a:moveTo>
                  <a:pt x="170" y="0"/>
                </a:moveTo>
                <a:cubicBezTo>
                  <a:pt x="264" y="0"/>
                  <a:pt x="340" y="98"/>
                  <a:pt x="340" y="220"/>
                </a:cubicBezTo>
                <a:cubicBezTo>
                  <a:pt x="340" y="231"/>
                  <a:pt x="339" y="242"/>
                  <a:pt x="338" y="253"/>
                </a:cubicBezTo>
                <a:lnTo>
                  <a:pt x="338" y="253"/>
                </a:lnTo>
                <a:lnTo>
                  <a:pt x="2" y="253"/>
                </a:lnTo>
                <a:lnTo>
                  <a:pt x="2" y="253"/>
                </a:lnTo>
                <a:cubicBezTo>
                  <a:pt x="1" y="242"/>
                  <a:pt x="0" y="231"/>
                  <a:pt x="0" y="220"/>
                </a:cubicBezTo>
                <a:cubicBezTo>
                  <a:pt x="0" y="98"/>
                  <a:pt x="76" y="0"/>
                  <a:pt x="17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2004695" y="1870075"/>
            <a:ext cx="1794510" cy="7797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chemeClr val="accent1"/>
                </a:solidFill>
                <a:latin typeface="+mn-ea"/>
                <a:cs typeface="+mn-ea"/>
              </a:rPr>
              <a:t>Expected Performance Comparison (Quantitative Metrics):</a:t>
            </a:r>
            <a:endParaRPr lang="en-US" altLang="zh-CN" sz="1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 useBgFill="1">
        <p:nvSpPr>
          <p:cNvPr id="35" name="矩形 34"/>
          <p:cNvSpPr/>
          <p:nvPr>
            <p:custDataLst>
              <p:tags r:id="rId9"/>
            </p:custDataLst>
          </p:nvPr>
        </p:nvSpPr>
        <p:spPr>
          <a:xfrm>
            <a:off x="4364990" y="1629410"/>
            <a:ext cx="3455035" cy="4559935"/>
          </a:xfrm>
          <a:prstGeom prst="rect">
            <a:avLst/>
          </a:prstGeom>
          <a:ln w="3175">
            <a:noFill/>
          </a:ln>
          <a:effectLst>
            <a:outerShdw blurRad="215900" dist="50800" dir="5400000" sx="102000" sy="102000" algn="ctr" rotWithShape="0">
              <a:schemeClr val="accent1">
                <a:alpha val="15000"/>
              </a:schemeClr>
            </a:outerShdw>
          </a:effectLst>
        </p:spPr>
        <p:txBody>
          <a:bodyPr wrap="none" lIns="215900" tIns="935990" rIns="215900" bIns="36195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br>
              <a:rPr lang="zh-CN" altLang="en-US" sz="1400">
                <a:solidFill>
                  <a:srgbClr val="666666"/>
                </a:solidFill>
                <a:latin typeface="+mn-ea"/>
                <a:cs typeface="+mn-ea"/>
                <a:sym typeface="+mn-ea"/>
              </a:rPr>
            </a:br>
            <a:endParaRPr lang="zh-CN" altLang="en-US" sz="1400">
              <a:solidFill>
                <a:srgbClr val="66666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0" name="矩形 49"/>
          <p:cNvSpPr/>
          <p:nvPr>
            <p:custDataLst>
              <p:tags r:id="rId10"/>
            </p:custDataLst>
          </p:nvPr>
        </p:nvSpPr>
        <p:spPr>
          <a:xfrm>
            <a:off x="4364990" y="1629410"/>
            <a:ext cx="3455035" cy="4559935"/>
          </a:xfrm>
          <a:prstGeom prst="rect">
            <a:avLst/>
          </a:prstGeom>
          <a:solidFill>
            <a:srgbClr val="FFFFFF">
              <a:alpha val="20000"/>
            </a:srgbClr>
          </a:solidFill>
          <a:ln w="3175">
            <a:noFill/>
          </a:ln>
          <a:effectLst/>
        </p:spPr>
        <p:txBody>
          <a:bodyPr wrap="none" lIns="215900" tIns="935990" rIns="215900" bIns="36195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br>
              <a:rPr lang="zh-CN" altLang="en-US" sz="1400">
                <a:solidFill>
                  <a:srgbClr val="666666"/>
                </a:solidFill>
                <a:latin typeface="+mn-ea"/>
                <a:cs typeface="+mn-ea"/>
                <a:sym typeface="+mn-ea"/>
              </a:rPr>
            </a:br>
            <a:endParaRPr lang="zh-CN" altLang="en-US" sz="1400">
              <a:solidFill>
                <a:srgbClr val="66666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1" name="圆角矩形 50"/>
          <p:cNvSpPr/>
          <p:nvPr>
            <p:custDataLst>
              <p:tags r:id="rId11"/>
            </p:custDataLst>
          </p:nvPr>
        </p:nvSpPr>
        <p:spPr>
          <a:xfrm>
            <a:off x="5192395" y="6108700"/>
            <a:ext cx="1800225" cy="90170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1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52" name="矩形 51"/>
          <p:cNvSpPr/>
          <p:nvPr>
            <p:custDataLst>
              <p:tags r:id="rId12"/>
            </p:custDataLst>
          </p:nvPr>
        </p:nvSpPr>
        <p:spPr>
          <a:xfrm>
            <a:off x="4841240" y="2871470"/>
            <a:ext cx="2617470" cy="29540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U-Net-Transformer demonstrates superior performance in small vessel connectivity and completeness.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3" name="任意多边形 52"/>
          <p:cNvSpPr/>
          <p:nvPr>
            <p:custDataLst>
              <p:tags r:id="rId13"/>
            </p:custDataLst>
          </p:nvPr>
        </p:nvSpPr>
        <p:spPr>
          <a:xfrm>
            <a:off x="4624070" y="1464310"/>
            <a:ext cx="923290" cy="118618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13" h="1429">
                <a:moveTo>
                  <a:pt x="1113" y="201"/>
                </a:moveTo>
                <a:lnTo>
                  <a:pt x="996" y="201"/>
                </a:lnTo>
                <a:lnTo>
                  <a:pt x="1113" y="201"/>
                </a:lnTo>
                <a:close/>
                <a:moveTo>
                  <a:pt x="173" y="0"/>
                </a:moveTo>
                <a:lnTo>
                  <a:pt x="183" y="0"/>
                </a:lnTo>
                <a:lnTo>
                  <a:pt x="1113" y="0"/>
                </a:lnTo>
                <a:lnTo>
                  <a:pt x="1113" y="1"/>
                </a:lnTo>
                <a:lnTo>
                  <a:pt x="1108" y="1"/>
                </a:lnTo>
                <a:cubicBezTo>
                  <a:pt x="1045" y="6"/>
                  <a:pt x="995" y="82"/>
                  <a:pt x="995" y="174"/>
                </a:cubicBezTo>
                <a:cubicBezTo>
                  <a:pt x="995" y="183"/>
                  <a:pt x="995" y="192"/>
                  <a:pt x="996" y="200"/>
                </a:cubicBezTo>
                <a:lnTo>
                  <a:pt x="996" y="201"/>
                </a:lnTo>
                <a:lnTo>
                  <a:pt x="989" y="201"/>
                </a:lnTo>
                <a:lnTo>
                  <a:pt x="989" y="904"/>
                </a:lnTo>
                <a:lnTo>
                  <a:pt x="989" y="909"/>
                </a:lnTo>
                <a:cubicBezTo>
                  <a:pt x="990" y="917"/>
                  <a:pt x="990" y="925"/>
                  <a:pt x="990" y="934"/>
                </a:cubicBezTo>
                <a:cubicBezTo>
                  <a:pt x="990" y="943"/>
                  <a:pt x="990" y="951"/>
                  <a:pt x="989" y="959"/>
                </a:cubicBezTo>
                <a:lnTo>
                  <a:pt x="989" y="964"/>
                </a:lnTo>
                <a:lnTo>
                  <a:pt x="989" y="971"/>
                </a:lnTo>
                <a:lnTo>
                  <a:pt x="989" y="973"/>
                </a:lnTo>
                <a:cubicBezTo>
                  <a:pt x="988" y="999"/>
                  <a:pt x="984" y="1025"/>
                  <a:pt x="977" y="1050"/>
                </a:cubicBezTo>
                <a:lnTo>
                  <a:pt x="975" y="1055"/>
                </a:lnTo>
                <a:lnTo>
                  <a:pt x="974" y="1058"/>
                </a:lnTo>
                <a:cubicBezTo>
                  <a:pt x="919" y="1271"/>
                  <a:pt x="726" y="1429"/>
                  <a:pt x="495" y="1429"/>
                </a:cubicBezTo>
                <a:cubicBezTo>
                  <a:pt x="264" y="1429"/>
                  <a:pt x="71" y="1271"/>
                  <a:pt x="16" y="1058"/>
                </a:cubicBezTo>
                <a:lnTo>
                  <a:pt x="15" y="1055"/>
                </a:lnTo>
                <a:lnTo>
                  <a:pt x="13" y="1050"/>
                </a:lnTo>
                <a:cubicBezTo>
                  <a:pt x="6" y="1025"/>
                  <a:pt x="2" y="999"/>
                  <a:pt x="1" y="973"/>
                </a:cubicBezTo>
                <a:lnTo>
                  <a:pt x="1" y="971"/>
                </a:lnTo>
                <a:lnTo>
                  <a:pt x="1" y="964"/>
                </a:lnTo>
                <a:lnTo>
                  <a:pt x="1" y="959"/>
                </a:lnTo>
                <a:cubicBezTo>
                  <a:pt x="0" y="951"/>
                  <a:pt x="0" y="943"/>
                  <a:pt x="0" y="934"/>
                </a:cubicBezTo>
                <a:cubicBezTo>
                  <a:pt x="0" y="925"/>
                  <a:pt x="0" y="917"/>
                  <a:pt x="1" y="909"/>
                </a:cubicBezTo>
                <a:lnTo>
                  <a:pt x="1" y="904"/>
                </a:lnTo>
                <a:lnTo>
                  <a:pt x="1" y="185"/>
                </a:lnTo>
                <a:lnTo>
                  <a:pt x="1" y="185"/>
                </a:lnTo>
                <a:lnTo>
                  <a:pt x="1" y="183"/>
                </a:lnTo>
                <a:cubicBezTo>
                  <a:pt x="1" y="181"/>
                  <a:pt x="1" y="178"/>
                  <a:pt x="1" y="175"/>
                </a:cubicBezTo>
                <a:cubicBezTo>
                  <a:pt x="1" y="84"/>
                  <a:pt x="72" y="10"/>
                  <a:pt x="164" y="1"/>
                </a:cubicBezTo>
                <a:lnTo>
                  <a:pt x="164" y="1"/>
                </a:lnTo>
                <a:lnTo>
                  <a:pt x="167" y="0"/>
                </a:lnTo>
                <a:cubicBezTo>
                  <a:pt x="169" y="0"/>
                  <a:pt x="171" y="0"/>
                  <a:pt x="17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1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101600" dist="25400" dir="5400000" sx="103000" sy="103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rIns="17970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500" b="1">
                <a:latin typeface="+mn-ea"/>
                <a:cs typeface="+mn-ea"/>
                <a:sym typeface="+mn-ea"/>
              </a:rPr>
              <a:t>02</a:t>
            </a:r>
            <a:endParaRPr lang="en-US" altLang="zh-CN" sz="2500" b="1">
              <a:latin typeface="+mn-ea"/>
              <a:cs typeface="+mn-ea"/>
              <a:sym typeface="+mn-ea"/>
            </a:endParaRPr>
          </a:p>
        </p:txBody>
      </p:sp>
      <p:sp>
        <p:nvSpPr>
          <p:cNvPr id="54" name="任意多边形 53"/>
          <p:cNvSpPr/>
          <p:nvPr>
            <p:custDataLst>
              <p:tags r:id="rId14"/>
            </p:custDataLst>
          </p:nvPr>
        </p:nvSpPr>
        <p:spPr>
          <a:xfrm>
            <a:off x="5438775" y="1463675"/>
            <a:ext cx="224155" cy="1657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" h="253">
                <a:moveTo>
                  <a:pt x="170" y="0"/>
                </a:moveTo>
                <a:cubicBezTo>
                  <a:pt x="264" y="0"/>
                  <a:pt x="340" y="98"/>
                  <a:pt x="340" y="220"/>
                </a:cubicBezTo>
                <a:cubicBezTo>
                  <a:pt x="340" y="231"/>
                  <a:pt x="339" y="242"/>
                  <a:pt x="338" y="253"/>
                </a:cubicBezTo>
                <a:lnTo>
                  <a:pt x="338" y="253"/>
                </a:lnTo>
                <a:lnTo>
                  <a:pt x="2" y="253"/>
                </a:lnTo>
                <a:lnTo>
                  <a:pt x="2" y="253"/>
                </a:lnTo>
                <a:cubicBezTo>
                  <a:pt x="1" y="242"/>
                  <a:pt x="0" y="231"/>
                  <a:pt x="0" y="220"/>
                </a:cubicBezTo>
                <a:cubicBezTo>
                  <a:pt x="0" y="98"/>
                  <a:pt x="76" y="0"/>
                  <a:pt x="17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5" name="矩形 54"/>
          <p:cNvSpPr/>
          <p:nvPr>
            <p:custDataLst>
              <p:tags r:id="rId15"/>
            </p:custDataLst>
          </p:nvPr>
        </p:nvSpPr>
        <p:spPr>
          <a:xfrm>
            <a:off x="5663565" y="1870075"/>
            <a:ext cx="1794510" cy="7797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>
                <a:solidFill>
                  <a:schemeClr val="accent1"/>
                </a:solidFill>
                <a:latin typeface="+mn-ea"/>
                <a:cs typeface="+mn-ea"/>
              </a:rPr>
              <a:t>Expected Visualization Results:</a:t>
            </a:r>
            <a:endParaRPr lang="en-US" altLang="zh-CN" sz="1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 useBgFill="1">
        <p:nvSpPr>
          <p:cNvPr id="57" name="矩形 56"/>
          <p:cNvSpPr/>
          <p:nvPr>
            <p:custDataLst>
              <p:tags r:id="rId16"/>
            </p:custDataLst>
          </p:nvPr>
        </p:nvSpPr>
        <p:spPr>
          <a:xfrm>
            <a:off x="8023860" y="1629410"/>
            <a:ext cx="3455035" cy="4559935"/>
          </a:xfrm>
          <a:prstGeom prst="rect">
            <a:avLst/>
          </a:prstGeom>
          <a:ln w="3175">
            <a:noFill/>
          </a:ln>
          <a:effectLst>
            <a:outerShdw blurRad="215900" dist="50800" dir="5400000" sx="102000" sy="102000" algn="ctr" rotWithShape="0">
              <a:schemeClr val="accent1">
                <a:alpha val="15000"/>
              </a:schemeClr>
            </a:outerShdw>
          </a:effectLst>
        </p:spPr>
        <p:txBody>
          <a:bodyPr wrap="none" lIns="215900" tIns="935990" rIns="215900" bIns="36195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br>
              <a:rPr lang="zh-CN" altLang="en-US" sz="1400">
                <a:solidFill>
                  <a:srgbClr val="666666"/>
                </a:solidFill>
                <a:latin typeface="+mn-ea"/>
                <a:cs typeface="+mn-ea"/>
                <a:sym typeface="+mn-ea"/>
              </a:rPr>
            </a:br>
            <a:endParaRPr lang="zh-CN" altLang="en-US" sz="1400">
              <a:solidFill>
                <a:srgbClr val="66666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8" name="矩形 57"/>
          <p:cNvSpPr/>
          <p:nvPr>
            <p:custDataLst>
              <p:tags r:id="rId17"/>
            </p:custDataLst>
          </p:nvPr>
        </p:nvSpPr>
        <p:spPr>
          <a:xfrm>
            <a:off x="8023860" y="1629410"/>
            <a:ext cx="3455035" cy="4559935"/>
          </a:xfrm>
          <a:prstGeom prst="rect">
            <a:avLst/>
          </a:prstGeom>
          <a:solidFill>
            <a:srgbClr val="FFFFFF">
              <a:alpha val="20000"/>
            </a:srgbClr>
          </a:solidFill>
          <a:ln w="3175">
            <a:noFill/>
          </a:ln>
          <a:effectLst/>
        </p:spPr>
        <p:txBody>
          <a:bodyPr wrap="none" lIns="215900" tIns="935990" rIns="215900" bIns="36195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br>
              <a:rPr lang="zh-CN" altLang="en-US" sz="1400">
                <a:solidFill>
                  <a:srgbClr val="666666"/>
                </a:solidFill>
                <a:latin typeface="+mn-ea"/>
                <a:cs typeface="+mn-ea"/>
                <a:sym typeface="+mn-ea"/>
              </a:rPr>
            </a:br>
            <a:endParaRPr lang="zh-CN" altLang="en-US" sz="1400">
              <a:solidFill>
                <a:srgbClr val="66666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9" name="圆角矩形 58"/>
          <p:cNvSpPr/>
          <p:nvPr>
            <p:custDataLst>
              <p:tags r:id="rId18"/>
            </p:custDataLst>
          </p:nvPr>
        </p:nvSpPr>
        <p:spPr>
          <a:xfrm>
            <a:off x="8851265" y="6108700"/>
            <a:ext cx="1800225" cy="90170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1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60" name="矩形 59"/>
          <p:cNvSpPr/>
          <p:nvPr>
            <p:custDataLst>
              <p:tags r:id="rId19"/>
            </p:custDataLst>
          </p:nvPr>
        </p:nvSpPr>
        <p:spPr>
          <a:xfrm>
            <a:off x="8139430" y="2871470"/>
            <a:ext cx="3213735" cy="29540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228600" indent="-2286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Precise Problem Targeting: Introduces the Transformer at the most abstract feature level—the bottleneck layer.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marL="228600" indent="-2286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Lightweight and Efficient Enhancement: Minimizes computational cost while retaining the advantages of CNNs.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marL="228600" indent="-2286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Outstanding Performance Improvement: Expected 5-8% AUC improvement for small vessel segmentation.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1" name="任意多边形 60"/>
          <p:cNvSpPr/>
          <p:nvPr>
            <p:custDataLst>
              <p:tags r:id="rId20"/>
            </p:custDataLst>
          </p:nvPr>
        </p:nvSpPr>
        <p:spPr>
          <a:xfrm>
            <a:off x="8282940" y="1464310"/>
            <a:ext cx="923290" cy="118618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13" h="1429">
                <a:moveTo>
                  <a:pt x="1113" y="201"/>
                </a:moveTo>
                <a:lnTo>
                  <a:pt x="996" y="201"/>
                </a:lnTo>
                <a:lnTo>
                  <a:pt x="1113" y="201"/>
                </a:lnTo>
                <a:close/>
                <a:moveTo>
                  <a:pt x="173" y="0"/>
                </a:moveTo>
                <a:lnTo>
                  <a:pt x="183" y="0"/>
                </a:lnTo>
                <a:lnTo>
                  <a:pt x="1113" y="0"/>
                </a:lnTo>
                <a:lnTo>
                  <a:pt x="1113" y="1"/>
                </a:lnTo>
                <a:lnTo>
                  <a:pt x="1108" y="1"/>
                </a:lnTo>
                <a:cubicBezTo>
                  <a:pt x="1045" y="6"/>
                  <a:pt x="995" y="82"/>
                  <a:pt x="995" y="174"/>
                </a:cubicBezTo>
                <a:cubicBezTo>
                  <a:pt x="995" y="183"/>
                  <a:pt x="995" y="192"/>
                  <a:pt x="996" y="200"/>
                </a:cubicBezTo>
                <a:lnTo>
                  <a:pt x="996" y="201"/>
                </a:lnTo>
                <a:lnTo>
                  <a:pt x="989" y="201"/>
                </a:lnTo>
                <a:lnTo>
                  <a:pt x="989" y="904"/>
                </a:lnTo>
                <a:lnTo>
                  <a:pt x="989" y="909"/>
                </a:lnTo>
                <a:cubicBezTo>
                  <a:pt x="990" y="917"/>
                  <a:pt x="990" y="925"/>
                  <a:pt x="990" y="934"/>
                </a:cubicBezTo>
                <a:cubicBezTo>
                  <a:pt x="990" y="943"/>
                  <a:pt x="990" y="951"/>
                  <a:pt x="989" y="959"/>
                </a:cubicBezTo>
                <a:lnTo>
                  <a:pt x="989" y="964"/>
                </a:lnTo>
                <a:lnTo>
                  <a:pt x="989" y="971"/>
                </a:lnTo>
                <a:lnTo>
                  <a:pt x="989" y="973"/>
                </a:lnTo>
                <a:cubicBezTo>
                  <a:pt x="988" y="999"/>
                  <a:pt x="984" y="1025"/>
                  <a:pt x="977" y="1050"/>
                </a:cubicBezTo>
                <a:lnTo>
                  <a:pt x="975" y="1055"/>
                </a:lnTo>
                <a:lnTo>
                  <a:pt x="974" y="1058"/>
                </a:lnTo>
                <a:cubicBezTo>
                  <a:pt x="919" y="1271"/>
                  <a:pt x="726" y="1429"/>
                  <a:pt x="495" y="1429"/>
                </a:cubicBezTo>
                <a:cubicBezTo>
                  <a:pt x="264" y="1429"/>
                  <a:pt x="71" y="1271"/>
                  <a:pt x="16" y="1058"/>
                </a:cubicBezTo>
                <a:lnTo>
                  <a:pt x="15" y="1055"/>
                </a:lnTo>
                <a:lnTo>
                  <a:pt x="13" y="1050"/>
                </a:lnTo>
                <a:cubicBezTo>
                  <a:pt x="6" y="1025"/>
                  <a:pt x="2" y="999"/>
                  <a:pt x="1" y="973"/>
                </a:cubicBezTo>
                <a:lnTo>
                  <a:pt x="1" y="971"/>
                </a:lnTo>
                <a:lnTo>
                  <a:pt x="1" y="964"/>
                </a:lnTo>
                <a:lnTo>
                  <a:pt x="1" y="959"/>
                </a:lnTo>
                <a:cubicBezTo>
                  <a:pt x="0" y="951"/>
                  <a:pt x="0" y="943"/>
                  <a:pt x="0" y="934"/>
                </a:cubicBezTo>
                <a:cubicBezTo>
                  <a:pt x="0" y="925"/>
                  <a:pt x="0" y="917"/>
                  <a:pt x="1" y="909"/>
                </a:cubicBezTo>
                <a:lnTo>
                  <a:pt x="1" y="904"/>
                </a:lnTo>
                <a:lnTo>
                  <a:pt x="1" y="185"/>
                </a:lnTo>
                <a:lnTo>
                  <a:pt x="1" y="185"/>
                </a:lnTo>
                <a:lnTo>
                  <a:pt x="1" y="183"/>
                </a:lnTo>
                <a:cubicBezTo>
                  <a:pt x="1" y="181"/>
                  <a:pt x="1" y="178"/>
                  <a:pt x="1" y="175"/>
                </a:cubicBezTo>
                <a:cubicBezTo>
                  <a:pt x="1" y="84"/>
                  <a:pt x="72" y="10"/>
                  <a:pt x="164" y="1"/>
                </a:cubicBezTo>
                <a:lnTo>
                  <a:pt x="164" y="1"/>
                </a:lnTo>
                <a:lnTo>
                  <a:pt x="167" y="0"/>
                </a:lnTo>
                <a:cubicBezTo>
                  <a:pt x="169" y="0"/>
                  <a:pt x="171" y="0"/>
                  <a:pt x="17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1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101600" dist="25400" dir="5400000" sx="103000" sy="103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rIns="17970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500" b="1">
                <a:latin typeface="+mn-ea"/>
                <a:cs typeface="+mn-ea"/>
                <a:sym typeface="+mn-ea"/>
              </a:rPr>
              <a:t>03</a:t>
            </a:r>
            <a:endParaRPr lang="en-US" altLang="zh-CN" sz="2500" b="1">
              <a:latin typeface="+mn-ea"/>
              <a:cs typeface="+mn-ea"/>
              <a:sym typeface="+mn-ea"/>
            </a:endParaRPr>
          </a:p>
        </p:txBody>
      </p:sp>
      <p:sp>
        <p:nvSpPr>
          <p:cNvPr id="62" name="任意多边形 61"/>
          <p:cNvSpPr/>
          <p:nvPr>
            <p:custDataLst>
              <p:tags r:id="rId21"/>
            </p:custDataLst>
          </p:nvPr>
        </p:nvSpPr>
        <p:spPr>
          <a:xfrm>
            <a:off x="9097645" y="1463675"/>
            <a:ext cx="224155" cy="1657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" h="253">
                <a:moveTo>
                  <a:pt x="170" y="0"/>
                </a:moveTo>
                <a:cubicBezTo>
                  <a:pt x="264" y="0"/>
                  <a:pt x="340" y="98"/>
                  <a:pt x="340" y="220"/>
                </a:cubicBezTo>
                <a:cubicBezTo>
                  <a:pt x="340" y="231"/>
                  <a:pt x="339" y="242"/>
                  <a:pt x="338" y="253"/>
                </a:cubicBezTo>
                <a:lnTo>
                  <a:pt x="338" y="253"/>
                </a:lnTo>
                <a:lnTo>
                  <a:pt x="2" y="253"/>
                </a:lnTo>
                <a:lnTo>
                  <a:pt x="2" y="253"/>
                </a:lnTo>
                <a:cubicBezTo>
                  <a:pt x="1" y="242"/>
                  <a:pt x="0" y="231"/>
                  <a:pt x="0" y="220"/>
                </a:cubicBezTo>
                <a:cubicBezTo>
                  <a:pt x="0" y="98"/>
                  <a:pt x="76" y="0"/>
                  <a:pt x="17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3" name="矩形 62"/>
          <p:cNvSpPr/>
          <p:nvPr>
            <p:custDataLst>
              <p:tags r:id="rId22"/>
            </p:custDataLst>
          </p:nvPr>
        </p:nvSpPr>
        <p:spPr>
          <a:xfrm>
            <a:off x="9322435" y="1870075"/>
            <a:ext cx="1794510" cy="7797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accent1"/>
                </a:solidFill>
                <a:latin typeface="+mn-ea"/>
                <a:cs typeface="+mn-ea"/>
              </a:rPr>
              <a:t>Three Core Advantages</a:t>
            </a:r>
            <a:endParaRPr lang="en-US" altLang="zh-CN" sz="2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890"/>
              <a:t>Experimental Design and Validation</a:t>
            </a:r>
            <a:br>
              <a:rPr lang="en-US" altLang="zh-CN" sz="4890"/>
            </a:br>
            <a:endParaRPr lang="en-US" altLang="zh-CN" sz="489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en-US" altLang="zh-CN"/>
              <a:t>PART </a:t>
            </a:r>
            <a:r>
              <a:rPr lang="zh-CN" altLang="en-US"/>
              <a:t>0</a:t>
            </a:r>
            <a:r>
              <a:rPr lang="en-US" altLang="zh-CN"/>
              <a:t>4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PART </a:t>
            </a:r>
            <a:r>
              <a:rPr lang="zh-CN" altLang="en-US">
                <a:sym typeface="+mn-ea"/>
              </a:rPr>
              <a:t>0</a:t>
            </a:r>
            <a:r>
              <a:rPr lang="en-US" altLang="zh-CN">
                <a:sym typeface="+mn-ea"/>
              </a:rPr>
              <a:t>4</a:t>
            </a:r>
            <a:endParaRPr lang="zh-CN" altLang="en-US"/>
          </a:p>
        </p:txBody>
      </p:sp>
      <p:sp>
        <p:nvSpPr>
          <p:cNvPr id="34" name="矩形: 圆角 2"/>
          <p:cNvSpPr/>
          <p:nvPr>
            <p:custDataLst>
              <p:tags r:id="rId2"/>
            </p:custDataLst>
          </p:nvPr>
        </p:nvSpPr>
        <p:spPr>
          <a:xfrm>
            <a:off x="777240" y="3340100"/>
            <a:ext cx="10805160" cy="3025140"/>
          </a:xfrm>
          <a:prstGeom prst="roundRect">
            <a:avLst>
              <a:gd name="adj" fmla="val 6606"/>
            </a:avLst>
          </a:prstGeom>
          <a:noFill/>
          <a:ln w="6350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>
            <p:custDataLst>
              <p:tags r:id="rId3"/>
            </p:custDataLst>
          </p:nvPr>
        </p:nvSpPr>
        <p:spPr>
          <a:xfrm>
            <a:off x="599440" y="1583646"/>
            <a:ext cx="3503930" cy="1524635"/>
          </a:xfrm>
          <a:prstGeom prst="roundRect">
            <a:avLst>
              <a:gd name="adj" fmla="val 12661"/>
            </a:avLst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777240" y="1911941"/>
            <a:ext cx="951230" cy="84074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ctr"/>
            <a:r>
              <a:rPr lang="en-US" altLang="zh-CN" b="1">
                <a:solidFill>
                  <a:schemeClr val="accent1"/>
                </a:solidFill>
              </a:rPr>
              <a:t>Dataset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1843405" y="2057400"/>
            <a:ext cx="2174875" cy="10509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fontAlgn="auto">
              <a:lnSpc>
                <a:spcPct val="130000"/>
              </a:lnSpc>
            </a:pPr>
            <a:r>
              <a:rPr lang="en-US" altLang="zh-CN" sz="1500"/>
              <a:t> DRIVE (40 fundus images).</a:t>
            </a:r>
            <a:endParaRPr lang="zh-CN" altLang="en-US" sz="1500"/>
          </a:p>
        </p:txBody>
      </p:sp>
      <p:sp>
        <p:nvSpPr>
          <p:cNvPr id="22" name="圆角矩形 21"/>
          <p:cNvSpPr/>
          <p:nvPr>
            <p:custDataLst>
              <p:tags r:id="rId6"/>
            </p:custDataLst>
          </p:nvPr>
        </p:nvSpPr>
        <p:spPr>
          <a:xfrm>
            <a:off x="8068310" y="1583646"/>
            <a:ext cx="3503930" cy="1524635"/>
          </a:xfrm>
          <a:prstGeom prst="roundRect">
            <a:avLst>
              <a:gd name="adj" fmla="val 12661"/>
            </a:avLst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8246110" y="1911941"/>
            <a:ext cx="951230" cy="84074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ctr"/>
            <a:r>
              <a:rPr lang="en-US" altLang="zh-CN" sz="1600" b="1">
                <a:solidFill>
                  <a:schemeClr val="accent1"/>
                </a:solidFill>
              </a:rPr>
              <a:t>Evaluation</a:t>
            </a:r>
            <a:endParaRPr lang="en-US" altLang="zh-CN" sz="1600" b="1">
              <a:solidFill>
                <a:schemeClr val="accent1"/>
              </a:solidFill>
            </a:endParaRPr>
          </a:p>
          <a:p>
            <a:pPr algn="ctr"/>
            <a:r>
              <a:rPr lang="en-US" altLang="zh-CN" sz="1600" b="1">
                <a:solidFill>
                  <a:schemeClr val="accent1"/>
                </a:solidFill>
              </a:rPr>
              <a:t> Metrics</a:t>
            </a:r>
            <a:endParaRPr lang="en-US" altLang="zh-CN" sz="1600" b="1">
              <a:solidFill>
                <a:schemeClr val="accent1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8"/>
            </p:custDataLst>
          </p:nvPr>
        </p:nvSpPr>
        <p:spPr>
          <a:xfrm>
            <a:off x="9311005" y="1911350"/>
            <a:ext cx="1927860" cy="8007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fontAlgn="auto">
              <a:lnSpc>
                <a:spcPct val="130000"/>
              </a:lnSpc>
            </a:pPr>
            <a:r>
              <a:rPr lang="en-US" altLang="zh-CN" sz="1500"/>
              <a:t> DSC, IoU, AUC, F1-score, Sensitivity, Specificity.</a:t>
            </a:r>
            <a:endParaRPr lang="zh-CN" altLang="en-US" sz="1500"/>
          </a:p>
        </p:txBody>
      </p:sp>
      <p:sp>
        <p:nvSpPr>
          <p:cNvPr id="26" name="圆角矩形 25"/>
          <p:cNvSpPr/>
          <p:nvPr>
            <p:custDataLst>
              <p:tags r:id="rId9"/>
            </p:custDataLst>
          </p:nvPr>
        </p:nvSpPr>
        <p:spPr>
          <a:xfrm>
            <a:off x="4333875" y="1583646"/>
            <a:ext cx="3503930" cy="1524635"/>
          </a:xfrm>
          <a:prstGeom prst="roundRect">
            <a:avLst>
              <a:gd name="adj" fmla="val 12661"/>
            </a:avLst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0"/>
            </p:custDataLst>
          </p:nvPr>
        </p:nvSpPr>
        <p:spPr>
          <a:xfrm>
            <a:off x="4511675" y="1911941"/>
            <a:ext cx="951230" cy="84074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ctr"/>
            <a:r>
              <a:rPr lang="en-US" altLang="zh-CN" b="1">
                <a:solidFill>
                  <a:schemeClr val="accent1"/>
                </a:solidFill>
              </a:rPr>
              <a:t>Training </a:t>
            </a:r>
            <a:endParaRPr lang="en-US" altLang="zh-CN" b="1">
              <a:solidFill>
                <a:schemeClr val="accent1"/>
              </a:solidFill>
            </a:endParaRPr>
          </a:p>
          <a:p>
            <a:pPr algn="ctr"/>
            <a:r>
              <a:rPr lang="en-US" altLang="zh-CN" b="1">
                <a:solidFill>
                  <a:schemeClr val="accent1"/>
                </a:solidFill>
              </a:rPr>
              <a:t>Setup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5576570" y="1732915"/>
            <a:ext cx="2159000" cy="9791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marL="171450" indent="-1714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Optimizer: AdamW</a:t>
            </a:r>
            <a:endParaRPr lang="en-US" altLang="zh-CN" sz="1200"/>
          </a:p>
          <a:p>
            <a:pPr marL="171450" indent="-1714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Loss Function: Dice + BCE combined loss</a:t>
            </a:r>
            <a:endParaRPr lang="en-US" altLang="zh-CN" sz="1200"/>
          </a:p>
          <a:p>
            <a:pPr marL="171450" indent="-1714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Data Augmentation: Rotation, flipping</a:t>
            </a:r>
            <a:endParaRPr lang="zh-CN" altLang="en-US" sz="12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8705" y="3488055"/>
            <a:ext cx="10309860" cy="2768600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0" y="0"/>
            <a:ext cx="127000" cy="12700"/>
          </a:xfrm>
          <a:prstGeom prst="rect">
            <a:avLst/>
          </a:prstGeom>
        </p:spPr>
      </p:sp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890"/>
              <a:t>Research Significance and Conclusion</a:t>
            </a:r>
            <a:br>
              <a:rPr lang="en-US" altLang="zh-CN" sz="4890"/>
            </a:br>
            <a:endParaRPr lang="en-US" altLang="zh-CN" sz="489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en-US" altLang="zh-CN"/>
              <a:t>PART </a:t>
            </a:r>
            <a:r>
              <a:rPr lang="zh-CN" altLang="en-US"/>
              <a:t>0</a:t>
            </a:r>
            <a:r>
              <a:rPr lang="en-US" altLang="zh-CN"/>
              <a:t>5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/>
          <p:cNvSpPr/>
          <p:nvPr>
            <p:custDataLst>
              <p:tags r:id="rId1"/>
            </p:custDataLst>
          </p:nvPr>
        </p:nvSpPr>
        <p:spPr>
          <a:xfrm>
            <a:off x="695960" y="1848485"/>
            <a:ext cx="4092575" cy="4093210"/>
          </a:xfrm>
          <a:prstGeom prst="ellipse">
            <a:avLst/>
          </a:prstGeom>
          <a:gradFill flip="none" rotWithShape="1">
            <a:gsLst>
              <a:gs pos="85000">
                <a:schemeClr val="accent1">
                  <a:alpha val="0"/>
                </a:schemeClr>
              </a:gs>
              <a:gs pos="15000">
                <a:schemeClr val="accent1">
                  <a:alpha val="0"/>
                </a:schemeClr>
              </a:gs>
              <a:gs pos="51000">
                <a:schemeClr val="accent1">
                  <a:alpha val="10000"/>
                </a:schemeClr>
              </a:gs>
            </a:gsLst>
            <a:lin ang="5400000"/>
          </a:gra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 useBgFill="1"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023620" y="2162175"/>
            <a:ext cx="3460750" cy="3460750"/>
          </a:xfrm>
          <a:prstGeom prst="ellipse">
            <a:avLst/>
          </a:prstGeom>
          <a:ln>
            <a:noFill/>
          </a:ln>
          <a:effectLst>
            <a:outerShdw blurRad="368300" dist="38100" dir="5400000" algn="t" rotWithShape="0">
              <a:schemeClr val="accent1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PART </a:t>
            </a:r>
            <a:r>
              <a:rPr lang="zh-CN" altLang="en-US">
                <a:sym typeface="+mn-ea"/>
              </a:rPr>
              <a:t>0</a:t>
            </a:r>
            <a:r>
              <a:rPr lang="en-US" altLang="zh-CN">
                <a:sym typeface="+mn-ea"/>
              </a:rPr>
              <a:t>5</a:t>
            </a: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4"/>
            </p:custDataLst>
          </p:nvPr>
        </p:nvSpPr>
        <p:spPr>
          <a:xfrm>
            <a:off x="1023620" y="2162175"/>
            <a:ext cx="3460750" cy="3460750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>
              <a:cs typeface="微软雅黑" panose="020B0503020204020204" charset="-122"/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5"/>
            </p:custDataLst>
          </p:nvPr>
        </p:nvSpPr>
        <p:spPr>
          <a:xfrm>
            <a:off x="1580515" y="2707005"/>
            <a:ext cx="2357755" cy="2357755"/>
          </a:xfrm>
          <a:prstGeom prst="ellipse">
            <a:avLst/>
          </a:prstGeom>
          <a:gradFill>
            <a:gsLst>
              <a:gs pos="74000">
                <a:schemeClr val="accent1">
                  <a:alpha val="85000"/>
                </a:schemeClr>
              </a:gs>
              <a:gs pos="10000">
                <a:schemeClr val="accent1">
                  <a:alpha val="40000"/>
                </a:schemeClr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>
              <a:cs typeface="微软雅黑" panose="020B0503020204020204" charset="-122"/>
              <a:sym typeface="+mn-ea"/>
            </a:endParaRPr>
          </a:p>
        </p:txBody>
      </p:sp>
      <p:sp>
        <p:nvSpPr>
          <p:cNvPr id="13" name="椭圆 12"/>
          <p:cNvSpPr/>
          <p:nvPr>
            <p:custDataLst>
              <p:tags r:id="rId6"/>
            </p:custDataLst>
          </p:nvPr>
        </p:nvSpPr>
        <p:spPr>
          <a:xfrm>
            <a:off x="1905635" y="3032125"/>
            <a:ext cx="1707515" cy="1707515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1">
                    <a:lumMod val="20000"/>
                    <a:lumOff val="80000"/>
                    <a:alpha val="67000"/>
                  </a:schemeClr>
                </a:gs>
                <a:gs pos="100000">
                  <a:schemeClr val="accent1">
                    <a:lumMod val="20000"/>
                    <a:lumOff val="80000"/>
                    <a:alpha val="53000"/>
                  </a:schemeClr>
                </a:gs>
              </a:gsLst>
              <a:lin ang="2700000" scaled="1"/>
            </a:gradFill>
          </a:ln>
          <a:effectLst>
            <a:outerShdw blurRad="635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pic>
        <p:nvPicPr>
          <p:cNvPr id="14" name="图片 9" descr="个人能力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02193" y="3428683"/>
            <a:ext cx="914400" cy="914400"/>
          </a:xfrm>
          <a:prstGeom prst="rect">
            <a:avLst/>
          </a:prstGeom>
        </p:spPr>
      </p:pic>
      <p:sp>
        <p:nvSpPr>
          <p:cNvPr id="26" name="弧形 25"/>
          <p:cNvSpPr/>
          <p:nvPr>
            <p:custDataLst>
              <p:tags r:id="rId10"/>
            </p:custDataLst>
          </p:nvPr>
        </p:nvSpPr>
        <p:spPr>
          <a:xfrm rot="1620000">
            <a:off x="1368425" y="2515870"/>
            <a:ext cx="2778125" cy="2778125"/>
          </a:xfrm>
          <a:prstGeom prst="arc">
            <a:avLst/>
          </a:prstGeom>
          <a:noFill/>
          <a:ln w="28575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63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>
        <p:nvSpPr>
          <p:cNvPr id="27" name="弧形 26"/>
          <p:cNvSpPr/>
          <p:nvPr>
            <p:custDataLst>
              <p:tags r:id="rId11"/>
            </p:custDataLst>
          </p:nvPr>
        </p:nvSpPr>
        <p:spPr>
          <a:xfrm rot="11520000">
            <a:off x="1368425" y="2515870"/>
            <a:ext cx="2778125" cy="2778125"/>
          </a:xfrm>
          <a:prstGeom prst="arc">
            <a:avLst/>
          </a:prstGeom>
          <a:noFill/>
          <a:ln w="28575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6" name="矩形"/>
          <p:cNvSpPr/>
          <p:nvPr>
            <p:custDataLst>
              <p:tags r:id="rId12"/>
            </p:custDataLst>
          </p:nvPr>
        </p:nvSpPr>
        <p:spPr>
          <a:xfrm>
            <a:off x="5919470" y="2223135"/>
            <a:ext cx="557657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More accurate vessel segmentation facilitates earlier disease diagnosis.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 useBgFill="1">
        <p:nvSpPr>
          <p:cNvPr id="36" name="圆角矩形"/>
          <p:cNvSpPr/>
          <p:nvPr>
            <p:custDataLst>
              <p:tags r:id="rId13"/>
            </p:custDataLst>
          </p:nvPr>
        </p:nvSpPr>
        <p:spPr>
          <a:xfrm>
            <a:off x="3839210" y="2296160"/>
            <a:ext cx="1760220" cy="57404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 dirty="0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39" name="圆角矩形"/>
          <p:cNvSpPr/>
          <p:nvPr>
            <p:custDataLst>
              <p:tags r:id="rId14"/>
            </p:custDataLst>
          </p:nvPr>
        </p:nvSpPr>
        <p:spPr>
          <a:xfrm>
            <a:off x="3832860" y="2296160"/>
            <a:ext cx="1760220" cy="574040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accent1">
                <a:alpha val="30000"/>
              </a:schemeClr>
            </a:solidFill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 b="1" dirty="0">
                <a:solidFill>
                  <a:schemeClr val="accent1"/>
                </a:solidFill>
                <a:cs typeface="微软雅黑" panose="020B0503020204020204" charset="-122"/>
                <a:sym typeface="+mn-ea"/>
              </a:rPr>
              <a:t>Clinical Significance:</a:t>
            </a:r>
            <a:endParaRPr lang="en-US" altLang="zh-CN" sz="1600" b="1" dirty="0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4" name="矩形"/>
          <p:cNvSpPr/>
          <p:nvPr>
            <p:custDataLst>
              <p:tags r:id="rId15"/>
            </p:custDataLst>
          </p:nvPr>
        </p:nvSpPr>
        <p:spPr>
          <a:xfrm>
            <a:off x="6423025" y="3094355"/>
            <a:ext cx="5069205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Provides a lightweight modification paradigm for CNN-Transformer hybrid architectures.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 useBgFill="1">
        <p:nvSpPr>
          <p:cNvPr id="37" name="圆角矩形"/>
          <p:cNvSpPr/>
          <p:nvPr>
            <p:custDataLst>
              <p:tags r:id="rId16"/>
            </p:custDataLst>
          </p:nvPr>
        </p:nvSpPr>
        <p:spPr>
          <a:xfrm>
            <a:off x="4328795" y="3167380"/>
            <a:ext cx="1760220" cy="57404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 dirty="0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40" name="圆角矩形"/>
          <p:cNvSpPr/>
          <p:nvPr>
            <p:custDataLst>
              <p:tags r:id="rId17"/>
            </p:custDataLst>
          </p:nvPr>
        </p:nvSpPr>
        <p:spPr>
          <a:xfrm>
            <a:off x="4322445" y="3167380"/>
            <a:ext cx="1760220" cy="574040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accent1">
                <a:alpha val="30000"/>
              </a:schemeClr>
            </a:solidFill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 dirty="0">
                <a:solidFill>
                  <a:schemeClr val="accent1"/>
                </a:solidFill>
                <a:cs typeface="微软雅黑" panose="020B0503020204020204" charset="-122"/>
                <a:sym typeface="+mn-ea"/>
              </a:rPr>
              <a:t>Methodological Contribution</a:t>
            </a:r>
            <a:endParaRPr lang="en-US" altLang="zh-CN" sz="1400" b="1" dirty="0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8" name="矩形"/>
          <p:cNvSpPr/>
          <p:nvPr>
            <p:custDataLst>
              <p:tags r:id="rId18"/>
            </p:custDataLst>
          </p:nvPr>
        </p:nvSpPr>
        <p:spPr>
          <a:xfrm>
            <a:off x="5928995" y="4836795"/>
            <a:ext cx="584327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U-Net-Transformer addresses the long-range dependency modeling problem with minimal computational cost and is expected to comprehensively surpass U-Net and U-Net++ on the DRIVE dataset.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 useBgFill="1">
        <p:nvSpPr>
          <p:cNvPr id="38" name="圆角矩形"/>
          <p:cNvSpPr/>
          <p:nvPr>
            <p:custDataLst>
              <p:tags r:id="rId19"/>
            </p:custDataLst>
          </p:nvPr>
        </p:nvSpPr>
        <p:spPr>
          <a:xfrm>
            <a:off x="3848735" y="4909820"/>
            <a:ext cx="1760220" cy="57404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 dirty="0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41" name="圆角矩形"/>
          <p:cNvSpPr/>
          <p:nvPr>
            <p:custDataLst>
              <p:tags r:id="rId20"/>
            </p:custDataLst>
          </p:nvPr>
        </p:nvSpPr>
        <p:spPr>
          <a:xfrm>
            <a:off x="3842385" y="4909820"/>
            <a:ext cx="1760220" cy="574040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accent1">
                <a:alpha val="30000"/>
              </a:schemeClr>
            </a:solidFill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000" b="1" dirty="0">
                <a:solidFill>
                  <a:schemeClr val="accent1"/>
                </a:solidFill>
                <a:cs typeface="微软雅黑" panose="020B0503020204020204" charset="-122"/>
                <a:sym typeface="+mn-ea"/>
              </a:rPr>
              <a:t>Conclusion:</a:t>
            </a:r>
            <a:endParaRPr lang="en-US" altLang="zh-CN" sz="2000" b="1" dirty="0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"/>
          <p:cNvSpPr/>
          <p:nvPr>
            <p:custDataLst>
              <p:tags r:id="rId21"/>
            </p:custDataLst>
          </p:nvPr>
        </p:nvSpPr>
        <p:spPr>
          <a:xfrm>
            <a:off x="6423660" y="3965575"/>
            <a:ext cx="5064125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Transferable to other tree-like structure segmentation tasks (e.g., nerve fibers, pulmonary bronchi).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 useBgFill="1">
        <p:nvSpPr>
          <p:cNvPr id="3" name="圆角矩形"/>
          <p:cNvSpPr/>
          <p:nvPr>
            <p:custDataLst>
              <p:tags r:id="rId22"/>
            </p:custDataLst>
          </p:nvPr>
        </p:nvSpPr>
        <p:spPr>
          <a:xfrm>
            <a:off x="4329430" y="4038600"/>
            <a:ext cx="1760220" cy="57404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 dirty="0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6" name="圆角矩形"/>
          <p:cNvSpPr/>
          <p:nvPr>
            <p:custDataLst>
              <p:tags r:id="rId23"/>
            </p:custDataLst>
          </p:nvPr>
        </p:nvSpPr>
        <p:spPr>
          <a:xfrm>
            <a:off x="4323080" y="4038600"/>
            <a:ext cx="1760220" cy="574040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accent1">
                <a:alpha val="30000"/>
              </a:schemeClr>
            </a:solidFill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000" b="1" dirty="0">
                <a:solidFill>
                  <a:schemeClr val="accent1"/>
                </a:solidFill>
                <a:cs typeface="微软雅黑" panose="020B0503020204020204" charset="-122"/>
                <a:sym typeface="+mn-ea"/>
              </a:rPr>
              <a:t>Scalability</a:t>
            </a:r>
            <a:endParaRPr lang="en-US" altLang="zh-CN" sz="2000" b="1" dirty="0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sz="4445"/>
              <a:t>Thank you for your attention!</a:t>
            </a:r>
            <a:endParaRPr lang="en-US" altLang="zh-CN" sz="4445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altLang="zh-CN"/>
              <a:t>Part 6: Acknowledgments and References</a:t>
            </a:r>
            <a:endParaRPr lang="en-US" altLang="zh-CN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 flipH="1">
            <a:off x="4593590" y="4446270"/>
            <a:ext cx="5907405" cy="575945"/>
          </a:xfrm>
        </p:spPr>
        <p:txBody>
          <a:bodyPr/>
          <a:lstStyle/>
          <a:p>
            <a:r>
              <a:rPr lang="en-US" altLang="zh-CN"/>
              <a:t>References：Ronneberger et al. (U-Net), Zhou et al. (U-Net++), Dosovitskiy et al. (ViT), etc.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3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3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5"/>
</p:tagLst>
</file>

<file path=ppt/tags/tag5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0"/>
</p:tagLst>
</file>

<file path=ppt/tags/tag5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59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6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4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65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66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6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7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8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8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26"/>
</p:tagLst>
</file>

<file path=ppt/tags/tag9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10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5195"/>
</p:tagLst>
</file>

<file path=ppt/tags/tag1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5195"/>
</p:tagLst>
</file>

<file path=ppt/tags/tag11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5195"/>
  <p:tag name="KSO_WM_TEMPLATE_CATEGORY" val="custom"/>
  <p:tag name="KSO_WM_TEMPLATE_MASTER_TYPE" val="0"/>
</p:tagLst>
</file>

<file path=ppt/tags/tag11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13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0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2"/>
</p:tagLst>
</file>

<file path=ppt/tags/tag13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9"/>
</p:tagLst>
</file>

<file path=ppt/tags/tag1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4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3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1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ID" val="_4*i*6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YPE" val="i"/>
  <p:tag name="KSO_WM_UNIT_INDEX" val="6"/>
</p:tagLst>
</file>

<file path=ppt/tags/tag16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4"/>
</p:tagLst>
</file>

<file path=ppt/tags/tag16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4"/>
</p:tagLst>
</file>

<file path=ppt/tags/tag16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"/>
</p:tagLst>
</file>

<file path=ppt/tags/tag16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7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71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7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7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17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7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17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8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8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9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9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9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1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4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21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8"/>
</p:tagLst>
</file>

<file path=ppt/tags/tag21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0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5"/>
</p:tagLst>
</file>

<file path=ppt/tags/tag221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9"/>
</p:tagLst>
</file>

<file path=ppt/tags/tag22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49"/>
</p:tagLst>
</file>

<file path=ppt/tags/tag22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8649"/>
</p:tagLst>
</file>

<file path=ppt/tags/tag22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9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49"/>
  <p:tag name="KSO_WM_TEMPLATE_CATEGORY" val="custom"/>
  <p:tag name="KSO_WM_TEMPLATE_MASTER_TYPE" val="0"/>
</p:tagLst>
</file>

<file path=ppt/tags/tag23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1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24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9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4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4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4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2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3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71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7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77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7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1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282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283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284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28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8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9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9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30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0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"/>
</p:tagLst>
</file>

<file path=ppt/tags/tag31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2"/>
</p:tagLst>
</file>

<file path=ppt/tags/tag31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9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22"/>
</p:tagLst>
</file>

<file path=ppt/tags/tag32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17"/>
</p:tagLst>
</file>

<file path=ppt/tags/tag32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8617"/>
</p:tagLst>
</file>

<file path=ppt/tags/tag33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3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17"/>
  <p:tag name="KSO_WM_TEMPLATE_CATEGORY" val="custom"/>
  <p:tag name="KSO_WM_TEMPLATE_MASTER_TYPE" val="0"/>
</p:tagLst>
</file>

<file path=ppt/tags/tag33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40495195_1*f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195"/>
  <p:tag name="KSO_WM_TEMPLATE_CATEGORY" val="custom"/>
  <p:tag name="KSO_WM_UNIT_TEXT_LAYER_COUNT" val="1"/>
  <p:tag name="KSO_WM_UNIT_TEXT_TYPE" val="1"/>
  <p:tag name="KSO_WM_UNIT_NOCLEAR" val="0"/>
  <p:tag name="KSO_WM_UNIT_PRESET_TEXT" val="汇报人：WPS"/>
</p:tagLst>
</file>

<file path=ppt/tags/tag3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添加文档标题"/>
  <p:tag name="KSO_WM_UNIT_ID" val="custom40495195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195"/>
  <p:tag name="KSO_WM_TEMPLATE_CATEGORY" val="custom"/>
  <p:tag name="KSO_WM_UNIT_ISCONTENTSTITLE" val="0"/>
</p:tagLst>
</file>

<file path=ppt/tags/tag336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40495195_1*f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195"/>
  <p:tag name="KSO_WM_TEMPLATE_CATEGORY" val="custom"/>
  <p:tag name="KSO_WM_UNIT_TEXT_LAYER_COUNT" val="1"/>
  <p:tag name="KSO_WM_UNIT_TEXT_TYPE" val="1"/>
  <p:tag name="KSO_WM_UNIT_NOCLEAR" val="0"/>
  <p:tag name="KSO_WM_UNIT_PRESET_TEXT" val="汇报人：WPS"/>
</p:tagLst>
</file>

<file path=ppt/tags/tag33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40495195_1*f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195"/>
  <p:tag name="KSO_WM_TEMPLATE_CATEGORY" val="custom"/>
  <p:tag name="KSO_WM_UNIT_TEXT_LAYER_COUNT" val="1"/>
  <p:tag name="KSO_WM_UNIT_TEXT_TYPE" val="1"/>
  <p:tag name="KSO_WM_UNIT_NOCLEAR" val="0"/>
  <p:tag name="KSO_WM_UNIT_PRESET_TEXT" val="汇报人：WPS"/>
</p:tagLst>
</file>

<file path=ppt/tags/tag338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40495195"/>
  <p:tag name="KSO_WM_TEMPLATE_CATEGORY" val="custom"/>
  <p:tag name="KSO_WM_SLIDE_INDEX" val="1"/>
  <p:tag name="KSO_WM_SLIDE_ID" val="custom40495195_1"/>
  <p:tag name="KSO_WM_TEMPLATE_MASTER_TYPE" val="0"/>
  <p:tag name="KSO_WM_SLIDE_LAYOUT" val="a_f"/>
  <p:tag name="KSO_WM_SLIDE_LAYOUT_CNT" val="1_1"/>
</p:tagLst>
</file>

<file path=ppt/tags/tag339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solid&quot;:{&quot;brightness&quot;:0,&quot;colorType&quot;:2,&quot;rgb&quot;:&quot;#f8f8f8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-0.10000000149011612,&quot;colorType&quot;:1,&quot;foreColorIndex&quot;:5,&quot;pos&quot;:0,&quot;transparency&quot;:0},{&quot;brightness&quot;:-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USESOURCEFORMAT_APPLY" val="1"/>
</p:tagLst>
</file>

<file path=ppt/tags/tag340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UNIT_SUBTYPE" val="a"/>
  <p:tag name="KSO_WM_UNIT_TEXT_LAYER_COUNT" val="1"/>
  <p:tag name="KSO_WM_UNIT_PRESET_TEXT" val="添加目录项标题"/>
  <p:tag name="KSO_WM_UNIT_TEXT_TYPE" val="1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8f8f8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41.xml><?xml version="1.0" encoding="utf-8"?>
<p:tagLst xmlns:p="http://schemas.openxmlformats.org/presentationml/2006/main">
  <p:tag name="KSO_WM_UNIT_TYPE" val="l_h_i"/>
  <p:tag name="KSO_WM_UNIT_INDEX" val="1_1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42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i*1_2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solid&quot;:{&quot;brightness&quot;:0,&quot;colorType&quot;:2,&quot;rgb&quot;:&quot;#f8f8f8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-0.10000000149011612,&quot;colorType&quot;:1,&quot;foreColorIndex&quot;:5,&quot;pos&quot;:0,&quot;transparency&quot;:0},{&quot;brightness&quot;:-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USESOURCEFORMAT_APPLY" val="1"/>
</p:tagLst>
</file>

<file path=ppt/tags/tag343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UNIT_SUBTYPE" val="a"/>
  <p:tag name="KSO_WM_UNIT_TEXT_LAYER_COUNT" val="1"/>
  <p:tag name="KSO_WM_UNIT_PRESET_TEXT" val="添加目录项标题"/>
  <p:tag name="KSO_WM_UNIT_TEXT_TYPE" val="1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8f8f8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44.xml><?xml version="1.0" encoding="utf-8"?>
<p:tagLst xmlns:p="http://schemas.openxmlformats.org/presentationml/2006/main">
  <p:tag name="KSO_WM_UNIT_TYPE" val="l_h_i"/>
  <p:tag name="KSO_WM_UNIT_INDEX" val="1_2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45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i*1_3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solid&quot;:{&quot;brightness&quot;:0,&quot;colorType&quot;:2,&quot;rgb&quot;:&quot;#f8f8f8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-0.10000000149011612,&quot;colorType&quot;:1,&quot;foreColorIndex&quot;:5,&quot;pos&quot;:0,&quot;transparency&quot;:0},{&quot;brightness&quot;:-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USESOURCEFORMAT_APPLY" val="1"/>
</p:tagLst>
</file>

<file path=ppt/tags/tag346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UNIT_SUBTYPE" val="a"/>
  <p:tag name="KSO_WM_UNIT_TEXT_LAYER_COUNT" val="1"/>
  <p:tag name="KSO_WM_UNIT_PRESET_TEXT" val="添加目录项标题"/>
  <p:tag name="KSO_WM_UNIT_TEXT_TYPE" val="1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8f8f8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47.xml><?xml version="1.0" encoding="utf-8"?>
<p:tagLst xmlns:p="http://schemas.openxmlformats.org/presentationml/2006/main">
  <p:tag name="KSO_WM_UNIT_TYPE" val="l_h_i"/>
  <p:tag name="KSO_WM_UNIT_INDEX" val="1_3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48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i*1_4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solid&quot;:{&quot;brightness&quot;:0,&quot;colorType&quot;:2,&quot;rgb&quot;:&quot;#f8f8f8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-0.10000000149011612,&quot;colorType&quot;:1,&quot;foreColorIndex&quot;:5,&quot;pos&quot;:0,&quot;transparency&quot;:0},{&quot;brightness&quot;:-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USESOURCEFORMAT_APPLY" val="1"/>
</p:tagLst>
</file>

<file path=ppt/tags/tag349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UNIT_SUBTYPE" val="a"/>
  <p:tag name="KSO_WM_UNIT_TEXT_LAYER_COUNT" val="1"/>
  <p:tag name="KSO_WM_UNIT_PRESET_TEXT" val="添加目录项标题"/>
  <p:tag name="KSO_WM_UNIT_TEXT_TYPE" val="1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8f8f8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50.xml><?xml version="1.0" encoding="utf-8"?>
<p:tagLst xmlns:p="http://schemas.openxmlformats.org/presentationml/2006/main">
  <p:tag name="KSO_WM_UNIT_TYPE" val="l_h_i"/>
  <p:tag name="KSO_WM_UNIT_INDEX" val="1_4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51.xml><?xml version="1.0" encoding="utf-8"?>
<p:tagLst xmlns:p="http://schemas.openxmlformats.org/presentationml/2006/main">
  <p:tag name="KSO_WM_UNIT_TYPE" val="l_h_i"/>
  <p:tag name="KSO_WM_UNIT_SUBTYPE" val="d"/>
  <p:tag name="KSO_WM_UNIT_INDEX" val="1_5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i*1_5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solid&quot;:{&quot;brightness&quot;:0,&quot;colorType&quot;:2,&quot;rgb&quot;:&quot;#f8f8f8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-0.10000000149011612,&quot;colorType&quot;:1,&quot;foreColorIndex&quot;:5,&quot;pos&quot;:0,&quot;transparency&quot;:0},{&quot;brightness&quot;:-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USESOURCEFORMAT_APPLY" val="1"/>
</p:tagLst>
</file>

<file path=ppt/tags/tag352.xml><?xml version="1.0" encoding="utf-8"?>
<p:tagLst xmlns:p="http://schemas.openxmlformats.org/presentationml/2006/main">
  <p:tag name="KSO_WM_UNIT_TYPE" val="l_h_f"/>
  <p:tag name="KSO_WM_UNIT_INDEX" val="1_5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f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UNIT_SUBTYPE" val="a"/>
  <p:tag name="KSO_WM_UNIT_TEXT_LAYER_COUNT" val="1"/>
  <p:tag name="KSO_WM_UNIT_VALUE" val="24"/>
  <p:tag name="KSO_WM_UNIT_PRESET_TEXT" val="添加目录项标题"/>
  <p:tag name="KSO_WM_UNIT_TEXT_TYPE" val="1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8f8f8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53.xml><?xml version="1.0" encoding="utf-8"?>
<p:tagLst xmlns:p="http://schemas.openxmlformats.org/presentationml/2006/main">
  <p:tag name="KSO_WM_UNIT_TYPE" val="l_h_i"/>
  <p:tag name="KSO_WM_UNIT_INDEX" val="1_5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i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54.xml><?xml version="1.0" encoding="utf-8"?>
<p:tagLst xmlns:p="http://schemas.openxmlformats.org/presentationml/2006/main">
  <p:tag name="KSO_WM_UNIT_TYPE" val="l_h_i"/>
  <p:tag name="KSO_WM_UNIT_SUBTYPE" val="d"/>
  <p:tag name="KSO_WM_UNIT_INDEX" val="1_6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i*1_6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solid&quot;:{&quot;brightness&quot;:0,&quot;colorType&quot;:2,&quot;rgb&quot;:&quot;#f8f8f8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-0.10000000149011612,&quot;colorType&quot;:1,&quot;foreColorIndex&quot;:5,&quot;pos&quot;:0,&quot;transparency&quot;:0},{&quot;brightness&quot;:-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USESOURCEFORMAT_APPLY" val="1"/>
</p:tagLst>
</file>

<file path=ppt/tags/tag355.xml><?xml version="1.0" encoding="utf-8"?>
<p:tagLst xmlns:p="http://schemas.openxmlformats.org/presentationml/2006/main">
  <p:tag name="KSO_WM_UNIT_TYPE" val="l_h_f"/>
  <p:tag name="KSO_WM_UNIT_INDEX" val="1_6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f*1_6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UNIT_SUBTYPE" val="a"/>
  <p:tag name="KSO_WM_UNIT_TEXT_LAYER_COUNT" val="1"/>
  <p:tag name="KSO_WM_UNIT_VALUE" val="24"/>
  <p:tag name="KSO_WM_UNIT_PRESET_TEXT" val="添加目录项标题"/>
  <p:tag name="KSO_WM_UNIT_TEXT_TYPE" val="1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8f8f8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56.xml><?xml version="1.0" encoding="utf-8"?>
<p:tagLst xmlns:p="http://schemas.openxmlformats.org/presentationml/2006/main">
  <p:tag name="KSO_WM_UNIT_TYPE" val="l_h_i"/>
  <p:tag name="KSO_WM_UNIT_INDEX" val="1_6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49_6*l_h_i*1_6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49"/>
  <p:tag name="KSO_WM_TEMPLATE_CATEGORY" val="custom"/>
  <p:tag name="KSO_WM_DIAGRAM_MAX_ITEMCNT" val="6"/>
  <p:tag name="KSO_WM_DIAGRAM_MIN_ITEMCNT" val="2"/>
  <p:tag name="KSO_WM_DIAGRAM_VIRTUALLY_FRAME" val="{&quot;height&quot;:479.9786646997647,&quot;left&quot;:408.07500610351565,&quot;top&quot;:27.623776245117188,&quot;width&quot;:537.5749938964843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5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8649_6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49"/>
  <p:tag name="KSO_WM_TEMPLATE_CATEGORY" val="custom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58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6"/>
  <p:tag name="KSO_WM_DIAGRAM_GROUP_CODE" val="l1-1"/>
  <p:tag name="KSO_WM_BEAUTIFY_FLAG" val="#wm#"/>
  <p:tag name="KSO_WM_TEMPLATE_INDEX" val="20238649"/>
  <p:tag name="KSO_WM_TEMPLATE_CATEGORY" val="custom"/>
  <p:tag name="KSO_WM_SLIDE_INDEX" val="6"/>
  <p:tag name="KSO_WM_SLIDE_ID" val="custom20238649_6"/>
  <p:tag name="KSO_WM_TEMPLATE_MASTER_TYPE" val="0"/>
  <p:tag name="KSO_WM_SLIDE_LAYOUT" val="a_l"/>
  <p:tag name="KSO_WM_SLIDE_LAYOUT_CNT" val="1_1"/>
  <p:tag name="KSO_WM_SLIDE_DIAGTYPE" val="l"/>
</p:tagLst>
</file>

<file path=ppt/tags/tag3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PRESET_TEXT" val="添加章节标题"/>
  <p:tag name="KSO_WM_UNIT_TEXT_TYPE" val="1"/>
</p:tagLst>
</file>

<file path=ppt/tags/tag360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7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VALUE" val="6"/>
  <p:tag name="KSO_WM_UNIT_PRESET_TEXT_INDEX" val="-1"/>
  <p:tag name="KSO_WM_UNIT_PRESET_TEXT_LEN" val="0"/>
</p:tagLst>
</file>

<file path=ppt/tags/tag361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7"/>
  <p:tag name="KSO_WM_SLIDE_ID" val="custom20238617_7"/>
  <p:tag name="KSO_WM_TEMPLATE_MASTER_TYPE" val="0"/>
  <p:tag name="KSO_WM_SLIDE_LAYOUT" val="a_e"/>
  <p:tag name="KSO_WM_SLIDE_LAYOUT_CNT" val="1_1"/>
</p:tagLst>
</file>

<file path=ppt/tags/tag3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90_5*a*1"/>
  <p:tag name="KSO_WM_TEMPLATE_CATEGORY" val="diagram"/>
  <p:tag name="KSO_WM_TEMPLATE_INDEX" val="20231790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90_5*l_h_i*1_1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6"/>
  <p:tag name="KSO_WM_DIAGRAM_MIN_ITEMCNT" val="2"/>
  <p:tag name="KSO_WM_DIAGRAM_VIRTUALLY_FRAME" val="{&quot;height&quot;:388.3999938964844,&quot;left&quot;:54.77496337890625,&quot;top&quot;:115.87500305175782,&quot;width&quot;:850.4750366210938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8"/>
  <p:tag name="KSO_WM_UNIT_TEXT_FILL_FORE_SCHEMECOLOR_INDEX" val="2"/>
  <p:tag name="KSO_WM_UNIT_TEXT_FILL_TYPE" val="1"/>
  <p:tag name="KSO_WM_UNIT_USESOURCEFORMAT_APPLY" val="0"/>
</p:tagLst>
</file>

<file path=ppt/tags/tag3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diagram"/>
  <p:tag name="KSO_WM_TEMPLATE_INDEX" val="20231790"/>
  <p:tag name="KSO_WM_UNIT_LAYERLEVEL" val="1_1_1"/>
  <p:tag name="KSO_WM_TAG_VERSION" val="3.0"/>
  <p:tag name="KSO_WM_UNIT_VALUE" val="10"/>
  <p:tag name="KSO_WM_UNIT_TYPE" val="l_h_a"/>
  <p:tag name="KSO_WM_UNIT_ID" val="diagram20231790_5*l_h_a*1_1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3999938964844,&quot;left&quot;:54.77496337890625,&quot;top&quot;:115.87500305175782,&quot;width&quot;:850.475036621093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6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90_5*l_h_f*1_1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3999938964844,&quot;left&quot;:54.77496337890625,&quot;top&quot;:115.87500305175782,&quot;width&quot;:850.475036621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文字是您思想的提炼，请尽量言简意赅的阐述观点，根据需要可酌情增减文字"/>
  <p:tag name="KSO_WM_UNIT_TEXT_FILL_FORE_SCHEMECOLOR_INDEX" val="1"/>
  <p:tag name="KSO_WM_UNIT_TEXT_FILL_TYPE" val="1"/>
  <p:tag name="KSO_WM_UNIT_USESOURCEFORMAT_APPLY" val="0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90_5*l_h_i*1_5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5_1"/>
  <p:tag name="KSO_WM_DIAGRAM_MAX_ITEMCNT" val="6"/>
  <p:tag name="KSO_WM_DIAGRAM_MIN_ITEMCNT" val="2"/>
  <p:tag name="KSO_WM_DIAGRAM_VIRTUALLY_FRAME" val="{&quot;height&quot;:388.3999938964844,&quot;left&quot;:54.77496337890625,&quot;top&quot;:115.87500305175782,&quot;width&quot;:850.4750366210938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8"/>
  <p:tag name="KSO_WM_UNIT_TEXT_FILL_FORE_SCHEMECOLOR_INDEX" val="2"/>
  <p:tag name="KSO_WM_UNIT_TEXT_FILL_TYPE" val="1"/>
  <p:tag name="KSO_WM_UNIT_USESOURCEFORMAT_APPLY" val="0"/>
</p:tagLst>
</file>

<file path=ppt/tags/tag36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1790_5*l_h_f*1_5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3999938964844,&quot;left&quot;:54.77496337890625,&quot;top&quot;:115.87500305175782,&quot;width&quot;:850.475036621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文字是您思想的提炼，请尽量言简意赅的阐述观点，根据需要可酌情增减文字"/>
  <p:tag name="KSO_WM_UNIT_TEXT_FILL_FORE_SCHEMECOLOR_INDEX" val="1"/>
  <p:tag name="KSO_WM_UNIT_TEXT_FILL_TYPE" val="1"/>
  <p:tag name="KSO_WM_UNIT_USESOURCEFORMAT_APPLY" val="0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90_5*l_h_i*1_4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1"/>
  <p:tag name="KSO_WM_DIAGRAM_MAX_ITEMCNT" val="6"/>
  <p:tag name="KSO_WM_DIAGRAM_MIN_ITEMCNT" val="2"/>
  <p:tag name="KSO_WM_DIAGRAM_VIRTUALLY_FRAME" val="{&quot;height&quot;:388.3999938964844,&quot;left&quot;:54.77496337890625,&quot;top&quot;:115.87500305175782,&quot;width&quot;:850.4750366210938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8"/>
  <p:tag name="KSO_WM_UNIT_TEXT_FILL_FORE_SCHEMECOLOR_INDEX" val="2"/>
  <p:tag name="KSO_WM_UNIT_TEXT_FILL_TYPE" val="1"/>
  <p:tag name="KSO_WM_UNIT_USESOURCEFORMAT_APPLY" val="0"/>
</p:tagLst>
</file>

<file path=ppt/tags/tag36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790_5*l_h_f*1_4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3999938964844,&quot;left&quot;:54.77496337890625,&quot;top&quot;:115.87500305175782,&quot;width&quot;:850.475036621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内容，文字是您思想的提炼，请尽量言简意赅的阐述观点"/>
  <p:tag name="KSO_WM_UNIT_TEXT_FILL_FORE_SCHEMECOLOR_INDEX" val="1"/>
  <p:tag name="KSO_WM_UNIT_TEXT_FILL_TYPE" val="1"/>
  <p:tag name="KSO_WM_UNIT_USESOURCEFORMAT_APPLY" val="0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90_5*l_h_i*1_3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6"/>
  <p:tag name="KSO_WM_DIAGRAM_MIN_ITEMCNT" val="2"/>
  <p:tag name="KSO_WM_DIAGRAM_VIRTUALLY_FRAME" val="{&quot;height&quot;:388.3999938964844,&quot;left&quot;:54.77496337890625,&quot;top&quot;:115.87500305175782,&quot;width&quot;:850.4750366210938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8"/>
  <p:tag name="KSO_WM_UNIT_TEXT_FILL_FORE_SCHEMECOLOR_INDEX" val="2"/>
  <p:tag name="KSO_WM_UNIT_TEXT_FILL_TYPE" val="1"/>
  <p:tag name="KSO_WM_UNIT_USESOURCEFORMAT_APPLY" val="0"/>
</p:tagLst>
</file>

<file path=ppt/tags/tag3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diagram"/>
  <p:tag name="KSO_WM_TEMPLATE_INDEX" val="20231790"/>
  <p:tag name="KSO_WM_UNIT_LAYERLEVEL" val="1_1_1"/>
  <p:tag name="KSO_WM_TAG_VERSION" val="3.0"/>
  <p:tag name="KSO_WM_UNIT_VALUE" val="10"/>
  <p:tag name="KSO_WM_UNIT_TYPE" val="l_h_a"/>
  <p:tag name="KSO_WM_UNIT_ID" val="diagram20231790_5*l_h_a*1_3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3999938964844,&quot;left&quot;:54.77496337890625,&quot;top&quot;:115.87500305175782,&quot;width&quot;:850.475036621093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7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790_5*l_h_f*1_3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3999938964844,&quot;left&quot;:54.77496337890625,&quot;top&quot;:115.87500305175782,&quot;width&quot;:850.475036621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文字是您思想的提炼，请尽量言简意赅的阐述观点"/>
  <p:tag name="KSO_WM_UNIT_TEXT_FILL_FORE_SCHEMECOLOR_INDEX" val="1"/>
  <p:tag name="KSO_WM_UNIT_TEXT_FILL_TYPE" val="1"/>
  <p:tag name="KSO_WM_UNIT_USESOURCEFORMAT_APPLY" val="0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90_5*l_h_i*1_2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6"/>
  <p:tag name="KSO_WM_DIAGRAM_MIN_ITEMCNT" val="2"/>
  <p:tag name="KSO_WM_DIAGRAM_VIRTUALLY_FRAME" val="{&quot;height&quot;:388.3999938964844,&quot;left&quot;:54.77496337890625,&quot;top&quot;:115.87500305175782,&quot;width&quot;:850.4750366210938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8"/>
  <p:tag name="KSO_WM_UNIT_TEXT_FILL_FORE_SCHEMECOLOR_INDEX" val="2"/>
  <p:tag name="KSO_WM_UNIT_TEXT_FILL_TYPE" val="1"/>
  <p:tag name="KSO_WM_UNIT_USESOURCEFORMAT_APPLY" val="0"/>
</p:tagLst>
</file>

<file path=ppt/tags/tag3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diagram"/>
  <p:tag name="KSO_WM_TEMPLATE_INDEX" val="20231790"/>
  <p:tag name="KSO_WM_UNIT_LAYERLEVEL" val="1_1_1"/>
  <p:tag name="KSO_WM_TAG_VERSION" val="3.0"/>
  <p:tag name="KSO_WM_UNIT_VALUE" val="10"/>
  <p:tag name="KSO_WM_UNIT_TYPE" val="l_h_a"/>
  <p:tag name="KSO_WM_UNIT_ID" val="diagram20231790_5*l_h_a*1_2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3999938964844,&quot;left&quot;:54.77496337890625,&quot;top&quot;:115.87500305175782,&quot;width&quot;:850.475036621093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7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790_5*l_h_f*1_2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3999938964844,&quot;left&quot;:54.77496337890625,&quot;top&quot;:115.87500305175782,&quot;width&quot;:850.475036621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USESOURCEFORMAT_APPLY" val="0"/>
</p:tagLst>
</file>

<file path=ppt/tags/tag376.xml><?xml version="1.0" encoding="utf-8"?>
<p:tagLst xmlns:p="http://schemas.openxmlformats.org/presentationml/2006/main">
  <p:tag name="KSO_WM_SLIDE_ID" val="diagram20231790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custom"/>
  <p:tag name="KSO_WM_TEMPLATE_INDEX" val="20238617"/>
  <p:tag name="KSO_WM_SLIDE_TYPE" val="text"/>
  <p:tag name="KSO_WM_SLIDE_SUBTYPE" val="diag"/>
  <p:tag name="KSO_WM_SLIDE_SIZE" val="833.65*387.75"/>
  <p:tag name="KSO_WM_SLIDE_POSITION" val="71.55*116.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7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PRESET_TEXT" val="添加章节标题"/>
  <p:tag name="KSO_WM_UNIT_TEXT_TYPE" val="1"/>
</p:tagLst>
</file>

<file path=ppt/tags/tag378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7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VALUE" val="6"/>
  <p:tag name="KSO_WM_UNIT_PRESET_TEXT_INDEX" val="-1"/>
  <p:tag name="KSO_WM_UNIT_PRESET_TEXT_LEN" val="0"/>
</p:tagLst>
</file>

<file path=ppt/tags/tag379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7"/>
  <p:tag name="KSO_WM_SLIDE_ID" val="custom20238617_7"/>
  <p:tag name="KSO_WM_TEMPLATE_MASTER_TYPE" val="0"/>
  <p:tag name="KSO_WM_SLIDE_LAYOUT" val="a_e"/>
  <p:tag name="KSO_WM_SLIDE_LAYOUT_CNT" val="1_1"/>
</p:tagLst>
</file>

<file path=ppt/tags/tag380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330.47833251953125,&quot;left&quot;:53.899993896484375,&quot;top&quot;:126.96083374023438,&quot;width&quot;:852.2000122070312}"/>
  <p:tag name="KSO_WM_DIAGRAM_VERSION" val="3"/>
  <p:tag name="KSO_WM_DIAGRAM_COLOR_TEXT_CAN_REMOVE" val="n"/>
  <p:tag name="KSO_WM_UNIT_NOCLEAR" val="0"/>
  <p:tag name="KSO_WM_UNIT_HIGHLIGHT" val="0"/>
  <p:tag name="KSO_WM_UNIT_DIAGRAM_ISNUMVISUAL" val="0"/>
  <p:tag name="KSO_WM_UNIT_TYPE" val="l_h_i"/>
  <p:tag name="KSO_WM_UNIT_INDEX" val="1_1_1"/>
  <p:tag name="KSO_WM_UNIT_ID" val="diagram20231438_2*l_h_i*1_1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solid&quot;:{&quot;brightness&quot;:0,&quot;colorType&quot;:2,&quot;rgb&quot;:&quot;#ffffff&quot;,&quot;transparency&quot;:0.949999988079071},&quot;type&quot;:1},&quot;glow&quot;:{&quot;colorType&quot;:0},&quot;line&quot;:{&quot;type&quot;:0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FILL_FORE_SCHEMECOLOR_INDEX" val="1"/>
  <p:tag name="KSO_WM_UNIT_TEXT_FILL_TYPE" val="1"/>
  <p:tag name="KSO_WM_UNIT_TEXT_TYPE" val="1"/>
  <p:tag name="KSO_WM_UNIT_TEXT_LAYER_COUNT" val="1"/>
  <p:tag name="KSO_WM_BEAUTIFY_FLAG" val="#wm#"/>
  <p:tag name="KSO_WM_UNIT_SHADOW_SCHEMECOLOR_INDEX" val="5"/>
  <p:tag name="KSO_WM_UNIT_USESOURCEFORMAT_APPLY" val="0"/>
</p:tagLst>
</file>

<file path=ppt/tags/tag381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330.47833251953125,&quot;left&quot;:53.899993896484375,&quot;top&quot;:126.96083374023438,&quot;width&quot;:852.2000122070312}"/>
  <p:tag name="KSO_WM_DIAGRAM_VERSION" val="3"/>
  <p:tag name="KSO_WM_DIAGRAM_COLOR_TEXT_CAN_REMOVE" val="n"/>
  <p:tag name="KSO_WM_UNIT_NOCLEAR" val="0"/>
  <p:tag name="KSO_WM_UNIT_HIGHLIGHT" val="0"/>
  <p:tag name="KSO_WM_UNIT_DIAGRAM_ISNUMVISUAL" val="0"/>
  <p:tag name="KSO_WM_UNIT_TYPE" val="l_h_i"/>
  <p:tag name="KSO_WM_UNIT_INDEX" val="1_2_1"/>
  <p:tag name="KSO_WM_UNIT_ID" val="diagram20231438_2*l_h_i*1_2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solid&quot;:{&quot;brightness&quot;:0,&quot;colorType&quot;:2,&quot;rgb&quot;:&quot;#ffffff&quot;,&quot;transparency&quot;:0.949999988079071},&quot;type&quot;:1},&quot;glow&quot;:{&quot;colorType&quot;:0},&quot;line&quot;:{&quot;type&quot;:0},&quot;shadow&quot;:{&quot;brightness&quot;:0,&quot;colorType&quot;:1,&quot;foreColorIndex&quot;:8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FILL_FORE_SCHEMECOLOR_INDEX" val="1"/>
  <p:tag name="KSO_WM_UNIT_TEXT_FILL_TYPE" val="1"/>
  <p:tag name="KSO_WM_UNIT_TEXT_TYPE" val="1"/>
  <p:tag name="KSO_WM_UNIT_TEXT_LAYER_COUNT" val="1"/>
  <p:tag name="KSO_WM_BEAUTIFY_FLAG" val="#wm#"/>
  <p:tag name="KSO_WM_UNIT_SHADOW_SCHEMECOLOR_INDEX" val="8"/>
  <p:tag name="KSO_WM_UNIT_USESOURCEFORMAT_APPLY" val="0"/>
</p:tagLst>
</file>

<file path=ppt/tags/tag382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330.47833251953125,&quot;left&quot;:53.899993896484375,&quot;top&quot;:126.96083374023438,&quot;width&quot;:852.2000122070312}"/>
  <p:tag name="KSO_WM_DIAGRAM_VERSION" val="3"/>
  <p:tag name="KSO_WM_DIAGRAM_COLOR_TEXT_CAN_REMOVE" val="n"/>
  <p:tag name="KSO_WM_UNIT_NOCLEAR" val="0"/>
  <p:tag name="KSO_WM_UNIT_HIGHLIGHT" val="0"/>
  <p:tag name="KSO_WM_UNIT_DIAGRAM_ISNUMVISUAL" val="0"/>
  <p:tag name="KSO_WM_UNIT_TYPE" val="l_h_i"/>
  <p:tag name="KSO_WM_UNIT_INDEX" val="1_3_1"/>
  <p:tag name="KSO_WM_UNIT_ID" val="diagram20231438_2*l_h_i*1_3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solid&quot;:{&quot;brightness&quot;:0,&quot;colorType&quot;:2,&quot;rgb&quot;:&quot;#ffffff&quot;,&quot;transparency&quot;:0.949999988079071},&quot;type&quot;:1},&quot;glow&quot;:{&quot;colorType&quot;:0},&quot;line&quot;:{&quot;type&quot;:0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FILL_FORE_SCHEMECOLOR_INDEX" val="1"/>
  <p:tag name="KSO_WM_UNIT_TEXT_FILL_TYPE" val="1"/>
  <p:tag name="KSO_WM_UNIT_TEXT_TYPE" val="1"/>
  <p:tag name="KSO_WM_UNIT_TEXT_LAYER_COUNT" val="1"/>
  <p:tag name="KSO_WM_BEAUTIFY_FLAG" val="#wm#"/>
  <p:tag name="KSO_WM_UNIT_SHADOW_SCHEMECOLOR_INDEX" val="5"/>
  <p:tag name="KSO_WM_UNIT_USESOURCEFORMAT_APPLY" val="0"/>
</p:tagLst>
</file>

<file path=ppt/tags/tag3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438_2*a*1"/>
  <p:tag name="KSO_WM_TEMPLATE_CATEGORY" val="diagram"/>
  <p:tag name="KSO_WM_TEMPLATE_INDEX" val="20231438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384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330.47833251953125,&quot;left&quot;:53.899993896484375,&quot;top&quot;:126.96083374023438,&quot;width&quot;:852.2000122070312}"/>
  <p:tag name="KSO_WM_DIAGRAM_VERSION" val="3"/>
  <p:tag name="KSO_WM_DIAGRAM_COLOR_TEXT_CAN_REMOVE" val="n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NDEX" val="1_1_1"/>
  <p:tag name="KSO_WM_UNIT_ID" val="diagram20231438_2*l_h_f*1_1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gradient&quot;:[{&quot;brightness&quot;:0.800000011920929,&quot;colorType&quot;:1,&quot;foreColorIndex&quot;:5,&quot;pos&quot;:0,&quot;transparency&quot;:0.800000011920929},{&quot;brightness&quot;:0,&quot;colorType&quot;:1,&quot;foreColorIndex&quot;:14,&quot;pos&quot;:1,&quot;transparency&quot;:1}],&quot;type&quot;:3},&quot;glow&quot;:{&quot;colorType&quot;:0},&quot;line&quot;:{&quot;solidLine&quot;:{&quot;brightness&quot;:0.6000000238418579,&quot;colorType&quot;:1,&quot;foreColorIndex&quot;:5,&quot;transparency&quot;:0.4000000059604645},&quot;type&quot;:1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TYPE" val="1"/>
  <p:tag name="KSO_WM_UNIT_TEXT_LAYER_COUNT" val="1"/>
  <p:tag name="KSO_WM_BEAUTIFY_FLAG" val="#wm#"/>
  <p:tag name="KSO_WM_UNIT_PRESET_TEXT" val="单击此处输入你的项正文，文字是您思想的提炼，请言简意赅的阐述观点。单击此处输入你的正文，文字是您思想的提炼，为了最终演示发布的良好效果，请言简意赅的阐述观点。"/>
  <p:tag name="KSO_WM_UNIT_FILL_TYPE" val="3"/>
  <p:tag name="KSO_WM_UNIT_LINE_FORE_SCHEMECOLOR_INDEX" val="5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689999997615814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0"/>
  <p:tag name="KSO_WM_UNIT_TYPE" val="l_h_a"/>
  <p:tag name="KSO_WM_UNIT_INDEX" val="1_1_1"/>
  <p:tag name="KSO_WM_UNIT_ID" val="diagram20231438_2*l_h_a*1_1_1"/>
  <p:tag name="KSO_WM_TEMPLATE_CATEGORY" val="diagram"/>
  <p:tag name="KSO_WM_TEMPLATE_INDEX" val="20231438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2"/>
  <p:tag name="KSO_WM_DIAGRAM_COLOR_TEXT_CAN_REMOVE" val="n"/>
  <p:tag name="KSO_WM_UNIT_TEXT_FILL_TYPE" val="1"/>
  <p:tag name="KSO_WM_UNIT_TEXT_TYPE" val="1"/>
  <p:tag name="KSO_WM_BEAUTIFY_FLAG" val="#wm#"/>
  <p:tag name="KSO_WM_UNIT_PRESET_TEXT" val="添加标题"/>
  <p:tag name="KSO_WM_UNIT_FILL_TYPE" val="3"/>
  <p:tag name="KSO_WM_UNIT_SHADOW_SCHEMECOLOR_INDEX" val="5"/>
  <p:tag name="KSO_WM_UNIT_USESOURCEFORMAT_APPLY" val="0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438_2*l_h_i*1_1_3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5"/>
  <p:tag name="KSO_WM_UNIT_FILL_FORE_SCHEMECOLOR_INDEX_BRIGHTNESS" val="-0.5"/>
  <p:tag name="KSO_WM_UNIT_TEXT_FILL_FORE_SCHEMECOLOR_INDEX" val="2"/>
  <p:tag name="KSO_WM_UNIT_TEXT_FILL_TYPE" val="1"/>
  <p:tag name="KSO_WM_UNIT_USESOURCEFORMAT_APPLY" val="0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438_2*l_h_i*1_1_2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5"/>
  <p:tag name="KSO_WM_UNIT_FILL_FORE_SCHEMECOLOR_INDEX_BRIGHTNESS" val="-0.5"/>
  <p:tag name="KSO_WM_UNIT_TEXT_FILL_FORE_SCHEMECOLOR_INDEX" val="2"/>
  <p:tag name="KSO_WM_UNIT_TEXT_FILL_TYPE" val="1"/>
  <p:tag name="KSO_WM_UNIT_USESOURCEFORMAT_APPLY" val="0"/>
</p:tagLst>
</file>

<file path=ppt/tags/tag388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330.47833251953125,&quot;left&quot;:53.899993896484375,&quot;top&quot;:126.96083374023438,&quot;width&quot;:852.2000122070312}"/>
  <p:tag name="KSO_WM_DIAGRAM_VERSION" val="3"/>
  <p:tag name="KSO_WM_DIAGRAM_COLOR_TEXT_CAN_REMOVE" val="n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NDEX" val="1_2_1"/>
  <p:tag name="KSO_WM_UNIT_ID" val="diagram20231438_2*l_h_f*1_2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gradient&quot;:[{&quot;brightness&quot;:0.800000011920929,&quot;colorType&quot;:1,&quot;foreColorIndex&quot;:8,&quot;pos&quot;:0,&quot;transparency&quot;:0.800000011920929},{&quot;brightness&quot;:0,&quot;colorType&quot;:1,&quot;foreColorIndex&quot;:14,&quot;pos&quot;:1,&quot;transparency&quot;:1}],&quot;type&quot;:3},&quot;glow&quot;:{&quot;colorType&quot;:0},&quot;line&quot;:{&quot;solidLine&quot;:{&quot;brightness&quot;:0.6000000238418579,&quot;colorType&quot;:1,&quot;foreColorIndex&quot;:8,&quot;transparency&quot;:0.4000000059604645},&quot;type&quot;:1},&quot;shadow&quot;:{&quot;brightness&quot;:0,&quot;colorType&quot;:1,&quot;foreColorIndex&quot;:8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的阐述内容观点。单击此处输入你的项正文，文字是您思想的提炼，请尽量言简意赅的阐述内容观点。"/>
  <p:tag name="KSO_WM_UNIT_FILL_TYPE" val="3"/>
  <p:tag name="KSO_WM_UNIT_LINE_FORE_SCHEMECOLOR_INDEX" val="8"/>
  <p:tag name="KSO_WM_UNIT_TEXT_FILL_FORE_SCHEMECOLOR_INDEX" val="1"/>
  <p:tag name="KSO_WM_UNIT_TEXT_FILL_TYPE" val="1"/>
  <p:tag name="KSO_WM_UNIT_SHADOW_SCHEMECOLOR_INDEX" val="8"/>
  <p:tag name="KSO_WM_UNIT_USESOURCEFORMAT_APPLY" val="0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644999980926514,&quot;transparency&quot;:0},{&quot;brightness&quot;:0,&quot;colorType&quot;:1,&quot;foreColorIndex&quot;:8,&quot;pos&quot;:1,&quot;transparency&quot;:0}],&quot;type&quot;:3},&quot;glow&quot;:{&quot;colorType&quot;:0},&quot;line&quot;:{&quot;type&quot;:0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0"/>
  <p:tag name="KSO_WM_UNIT_TYPE" val="l_h_a"/>
  <p:tag name="KSO_WM_UNIT_INDEX" val="1_2_1"/>
  <p:tag name="KSO_WM_UNIT_ID" val="diagram20231438_2*l_h_a*1_2_1"/>
  <p:tag name="KSO_WM_TEMPLATE_CATEGORY" val="diagram"/>
  <p:tag name="KSO_WM_TEMPLATE_INDEX" val="20231438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2"/>
  <p:tag name="KSO_WM_DIAGRAM_COLOR_TEXT_CAN_REMOVE" val="n"/>
  <p:tag name="KSO_WM_UNIT_TEXT_FILL_TYPE" val="1"/>
  <p:tag name="KSO_WM_UNIT_TEXT_TYPE" val="1"/>
  <p:tag name="KSO_WM_BEAUTIFY_FLAG" val="#wm#"/>
  <p:tag name="KSO_WM_UNIT_PRESET_TEXT" val="添加标题"/>
  <p:tag name="KSO_WM_UNIT_FILL_TYPE" val="3"/>
  <p:tag name="KSO_WM_UNIT_SHADOW_SCHEMECOLOR_INDEX" val="8"/>
  <p:tag name="KSO_WM_UNIT_USESOURCEFORMAT_APPLY" val="0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438_2*l_h_i*1_2_3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solid&quot;:{&quot;brightness&quot;:-0.5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8"/>
  <p:tag name="KSO_WM_UNIT_FILL_FORE_SCHEMECOLOR_INDEX_BRIGHTNESS" val="-0.5"/>
  <p:tag name="KSO_WM_UNIT_TEXT_FILL_FORE_SCHEMECOLOR_INDEX" val="2"/>
  <p:tag name="KSO_WM_UNIT_TEXT_FILL_TYPE" val="1"/>
  <p:tag name="KSO_WM_UNIT_USESOURCEFORMAT_APPLY" val="0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438_2*l_h_i*1_2_2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solid&quot;:{&quot;brightness&quot;:-0.5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8"/>
  <p:tag name="KSO_WM_UNIT_FILL_FORE_SCHEMECOLOR_INDEX_BRIGHTNESS" val="-0.5"/>
  <p:tag name="KSO_WM_UNIT_TEXT_FILL_FORE_SCHEMECOLOR_INDEX" val="2"/>
  <p:tag name="KSO_WM_UNIT_TEXT_FILL_TYPE" val="1"/>
  <p:tag name="KSO_WM_UNIT_USESOURCEFORMAT_APPLY" val="0"/>
</p:tagLst>
</file>

<file path=ppt/tags/tag392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330.47833251953125,&quot;left&quot;:53.899993896484375,&quot;top&quot;:126.96083374023438,&quot;width&quot;:852.2000122070312}"/>
  <p:tag name="KSO_WM_DIAGRAM_VERSION" val="3"/>
  <p:tag name="KSO_WM_DIAGRAM_COLOR_TEXT_CAN_REMOVE" val="n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NDEX" val="1_3_1"/>
  <p:tag name="KSO_WM_UNIT_ID" val="diagram20231438_2*l_h_f*1_3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gradient&quot;:[{&quot;brightness&quot;:0.800000011920929,&quot;colorType&quot;:1,&quot;foreColorIndex&quot;:5,&quot;pos&quot;:0,&quot;transparency&quot;:0.800000011920929},{&quot;brightness&quot;:0,&quot;colorType&quot;:1,&quot;foreColorIndex&quot;:14,&quot;pos&quot;:1,&quot;transparency&quot;:1}],&quot;type&quot;:3},&quot;glow&quot;:{&quot;colorType&quot;:0},&quot;line&quot;:{&quot;solidLine&quot;:{&quot;brightness&quot;:0.6000000238418579,&quot;colorType&quot;:1,&quot;foreColorIndex&quot;:5,&quot;transparency&quot;:0.4000000059604645},&quot;type&quot;:1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TYPE" val="1"/>
  <p:tag name="KSO_WM_UNIT_TEXT_LAYER_COUNT" val="1"/>
  <p:tag name="KSO_WM_BEAUTIFY_FLAG" val="#wm#"/>
  <p:tag name="KSO_WM_UNIT_PRESET_TEXT" val="单击此处输入你的项正文，文字是您思想的提炼，请言简意赅的阐述观点。单击此处输入你的正文，文字是您思想的提炼，为了最终演示发布的良好效果，请言简意赅的阐述观点。"/>
  <p:tag name="KSO_WM_UNIT_FILL_TYPE" val="3"/>
  <p:tag name="KSO_WM_UNIT_LINE_FORE_SCHEMECOLOR_INDEX" val="5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689999997615814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0"/>
  <p:tag name="KSO_WM_UNIT_TYPE" val="l_h_a"/>
  <p:tag name="KSO_WM_UNIT_INDEX" val="1_3_1"/>
  <p:tag name="KSO_WM_UNIT_ID" val="diagram20231438_2*l_h_a*1_3_1"/>
  <p:tag name="KSO_WM_TEMPLATE_CATEGORY" val="diagram"/>
  <p:tag name="KSO_WM_TEMPLATE_INDEX" val="20231438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2"/>
  <p:tag name="KSO_WM_DIAGRAM_COLOR_TEXT_CAN_REMOVE" val="n"/>
  <p:tag name="KSO_WM_UNIT_TEXT_FILL_TYPE" val="1"/>
  <p:tag name="KSO_WM_UNIT_TEXT_TYPE" val="1"/>
  <p:tag name="KSO_WM_BEAUTIFY_FLAG" val="#wm#"/>
  <p:tag name="KSO_WM_UNIT_PRESET_TEXT" val="添加标题"/>
  <p:tag name="KSO_WM_UNIT_FILL_TYPE" val="3"/>
  <p:tag name="KSO_WM_UNIT_SHADOW_SCHEMECOLOR_INDEX" val="5"/>
  <p:tag name="KSO_WM_UNIT_USESOURCEFORMAT_APPLY" val="0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438_2*l_h_i*1_3_3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5"/>
  <p:tag name="KSO_WM_UNIT_FILL_FORE_SCHEMECOLOR_INDEX_BRIGHTNESS" val="-0.5"/>
  <p:tag name="KSO_WM_UNIT_TEXT_FILL_FORE_SCHEMECOLOR_INDEX" val="2"/>
  <p:tag name="KSO_WM_UNIT_TEXT_FILL_TYPE" val="1"/>
  <p:tag name="KSO_WM_UNIT_USESOURCEFORMAT_APPLY" val="0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438_2*l_h_i*1_3_2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5"/>
  <p:tag name="KSO_WM_UNIT_FILL_FORE_SCHEMECOLOR_INDEX_BRIGHTNESS" val="-0.5"/>
  <p:tag name="KSO_WM_UNIT_TEXT_FILL_FORE_SCHEMECOLOR_INDEX" val="2"/>
  <p:tag name="KSO_WM_UNIT_TEXT_FILL_TYPE" val="1"/>
  <p:tag name="KSO_WM_UNIT_USESOURCEFORMAT_APPLY" val="0"/>
</p:tagLst>
</file>

<file path=ppt/tags/tag396.xml><?xml version="1.0" encoding="utf-8"?>
<p:tagLst xmlns:p="http://schemas.openxmlformats.org/presentationml/2006/main">
  <p:tag name="KSO_WM_SLIDE_ID" val="diagram2023143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8617"/>
  <p:tag name="KSO_WM_SLIDE_TYPE" val="text"/>
  <p:tag name="KSO_WM_SLIDE_SUBTYPE" val="diag"/>
  <p:tag name="KSO_WM_SLIDE_SIZE" val="852.2*329.988"/>
  <p:tag name="KSO_WM_SLIDE_POSITION" val="53.9*127.21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9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PRESET_TEXT" val="添加章节标题"/>
  <p:tag name="KSO_WM_UNIT_TEXT_TYPE" val="1"/>
</p:tagLst>
</file>

<file path=ppt/tags/tag398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7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VALUE" val="6"/>
  <p:tag name="KSO_WM_UNIT_PRESET_TEXT_INDEX" val="-1"/>
  <p:tag name="KSO_WM_UNIT_PRESET_TEXT_LEN" val="0"/>
</p:tagLst>
</file>

<file path=ppt/tags/tag399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7"/>
  <p:tag name="KSO_WM_SLIDE_ID" val="custom20238617_7"/>
  <p:tag name="KSO_WM_TEMPLATE_MASTER_TYPE" val="0"/>
  <p:tag name="KSO_WM_SLIDE_LAYOUT" val="a_e"/>
  <p:tag name="KSO_WM_SLIDE_LAYOUT_CNT" val="1_1"/>
</p:tagLst>
</file>

<file path=ppt/tags/tag4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1_2*a*1"/>
  <p:tag name="KSO_WM_TEMPLATE_CATEGORY" val="diagram"/>
  <p:tag name="KSO_WM_TEMPLATE_INDEX" val="20230921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0921_2*l_h_i*1_1_2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type&quot;:0},&quot;glow&quot;:{&quot;colorType&quot;:0},&quot;line&quot;:{&quot;type&quot;:0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66666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SHADOW_SCHEMECOLOR_INDEX" val="5"/>
  <p:tag name="KSO_WM_UNIT_USESOURCEFORMAT_APPLY" val="0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0921_2*l_h_i*1_1_3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66666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LAYER_COUNT" val="1"/>
  <p:tag name="KSO_WM_UNIT_NOCLEAR" val="0"/>
  <p:tag name="KSO_WM_DIAGRAM_VERSION" val="3"/>
  <p:tag name="KSO_WM_DIAGRAM_COLOR_TRICK" val="1"/>
  <p:tag name="KSO_WM_DIAGRAM_COLOR_TEXT_CAN_REMOVE" val="n"/>
  <p:tag name="KSO_WM_UNIT_USESOURCEFORMAT_APPLY" val="0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5"/>
  <p:tag name="KSO_WM_UNIT_ID" val="diagram20230921_2*l_h_i*1_1_5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40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0921_2*l_h_f*1_1_1"/>
  <p:tag name="KSO_WM_TEMPLATE_CATEGORY" val="diagram"/>
  <p:tag name="KSO_WM_TEMPLATE_INDEX" val="20230921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VALUE" val="126"/>
  <p:tag name="KSO_WM_DIAGRAM_VERSION" val="3"/>
  <p:tag name="KSO_WM_DIAGRAM_COLOR_TRICK" val="1"/>
  <p:tag name="KSO_WM_DIAGRAM_COLOR_TEXT_CAN_REMOVE" val="n"/>
  <p:tag name="KSO_WM_UNIT_PRESET_TEXT" val="单击此处输入您的项正文，文字是您思想的提炼，请尽量言简意赅的阐述观点。单击此处输入(您的)智能图形项正文，文字是您思想的提炼，请尽量言简意赅的阐述观点。单击此处添加正文，文字是您思想的提炼。"/>
  <p:tag name="KSO_WM_UNIT_TEXT_FILL_FORE_SCHEMECOLOR_INDEX" val="1"/>
  <p:tag name="KSO_WM_UNIT_TEXT_FILL_TYPE" val="1"/>
  <p:tag name="KSO_WM_UNIT_USESOURCEFORMAT_APPLY" val="0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0921_2*l_h_i*1_1_1"/>
  <p:tag name="KSO_WM_TEMPLATE_CATEGORY" val="diagram"/>
  <p:tag name="KSO_WM_TEMPLATE_INDEX" val="20230921"/>
  <p:tag name="KSO_WM_UNIT_LAYERLEVEL" val="1_1_1"/>
  <p:tag name="KSO_WM_TAG_VERSION" val="3.0"/>
  <p:tag name="KSO_WM_UNIT_SUBTYPE" val="d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30921_2*l_h_i*1_1_4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-0.25"/>
  <p:tag name="KSO_WM_UNIT_TEXT_FILL_FORE_SCHEMECOLOR_INDEX" val="2"/>
  <p:tag name="KSO_WM_UNIT_TEXT_FILL_TYPE" val="1"/>
  <p:tag name="KSO_WM_UNIT_USESOURCEFORMAT_APPLY" val="0"/>
</p:tagLst>
</file>

<file path=ppt/tags/tag4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21_2*l_h_a*1_1_1"/>
  <p:tag name="KSO_WM_TEMPLATE_CATEGORY" val="diagram"/>
  <p:tag name="KSO_WM_TEMPLATE_INDEX" val="20230921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DIAGRAM_VERSION" val="3"/>
  <p:tag name="KSO_WM_DIAGRAM_COLOR_TRICK" val="1"/>
  <p:tag name="KSO_WM_DIAGRAM_COLOR_TEXT_CAN_REMOVE" val="n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0921_2*l_h_i*1_2_2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type&quot;:0},&quot;glow&quot;:{&quot;colorType&quot;:0},&quot;line&quot;:{&quot;type&quot;:0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66666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SHADOW_SCHEMECOLOR_INDEX" val="5"/>
  <p:tag name="KSO_WM_UNIT_USESOURCEFORMAT_APPLY" val="0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0921_2*l_h_i*1_2_3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66666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LAYER_COUNT" val="1"/>
  <p:tag name="KSO_WM_UNIT_NOCLEAR" val="0"/>
  <p:tag name="KSO_WM_DIAGRAM_VERSION" val="3"/>
  <p:tag name="KSO_WM_DIAGRAM_COLOR_TRICK" val="1"/>
  <p:tag name="KSO_WM_DIAGRAM_COLOR_TEXT_CAN_REMOVE" val="n"/>
  <p:tag name="KSO_WM_UNIT_USESOURCEFORMAT_APPLY" val="0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5"/>
  <p:tag name="KSO_WM_UNIT_ID" val="diagram20230921_2*l_h_i*1_2_5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411.xml><?xml version="1.0" encoding="utf-8"?>
<p:tagLst xmlns:p="http://schemas.openxmlformats.org/presentationml/2006/main">
  <p:tag name="KSO_WM_UNIT_SUBTYPE" val="a"/>
  <p:tag name="KSO_WM_UNIT_NOCLEAR" val="0"/>
  <p:tag name="KSO_WM_UNIT_VALUE" val="126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0921_2*l_h_f*1_2_1"/>
  <p:tag name="KSO_WM_TEMPLATE_CATEGORY" val="diagram"/>
  <p:tag name="KSO_WM_TEMPLATE_INDEX" val="20230921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输入您的项正文，文字是您思想的提炼，请尽量言简意赅的阐述观点。单击此处输入(您的)智能图形项正文，文字是您思想的提炼，请尽量言简意赅的阐述观点。单击此处添加正文，文字是您思想的提炼。"/>
  <p:tag name="KSO_WM_UNIT_TEXT_FILL_FORE_SCHEMECOLOR_INDEX" val="1"/>
  <p:tag name="KSO_WM_UNIT_TEXT_FILL_TYPE" val="1"/>
  <p:tag name="KSO_WM_UNIT_USESOURCEFORMAT_APPLY" val="0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0921_2*l_h_i*1_2_1"/>
  <p:tag name="KSO_WM_TEMPLATE_CATEGORY" val="diagram"/>
  <p:tag name="KSO_WM_TEMPLATE_INDEX" val="20230921"/>
  <p:tag name="KSO_WM_UNIT_LAYERLEVEL" val="1_1_1"/>
  <p:tag name="KSO_WM_TAG_VERSION" val="3.0"/>
  <p:tag name="KSO_WM_UNIT_SUBTYPE" val="d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30921_2*l_h_i*1_2_4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-0.25"/>
  <p:tag name="KSO_WM_UNIT_TEXT_FILL_FORE_SCHEMECOLOR_INDEX" val="2"/>
  <p:tag name="KSO_WM_UNIT_TEXT_FILL_TYPE" val="1"/>
  <p:tag name="KSO_WM_UNIT_USESOURCEFORMAT_APPLY" val="0"/>
</p:tagLst>
</file>

<file path=ppt/tags/tag4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21_2*l_h_a*1_2_1"/>
  <p:tag name="KSO_WM_TEMPLATE_CATEGORY" val="diagram"/>
  <p:tag name="KSO_WM_TEMPLATE_INDEX" val="20230921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DIAGRAM_VERSION" val="3"/>
  <p:tag name="KSO_WM_DIAGRAM_COLOR_TRICK" val="1"/>
  <p:tag name="KSO_WM_DIAGRAM_COLOR_TEXT_CAN_REMOVE" val="n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0921_2*l_h_i*1_3_2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type&quot;:0},&quot;glow&quot;:{&quot;colorType&quot;:0},&quot;line&quot;:{&quot;type&quot;:0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66666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SHADOW_SCHEMECOLOR_INDEX" val="5"/>
  <p:tag name="KSO_WM_UNIT_USESOURCEFORMAT_APPLY" val="0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0921_2*l_h_i*1_3_3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66666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LAYER_COUNT" val="1"/>
  <p:tag name="KSO_WM_UNIT_NOCLEAR" val="0"/>
  <p:tag name="KSO_WM_DIAGRAM_VERSION" val="3"/>
  <p:tag name="KSO_WM_DIAGRAM_COLOR_TRICK" val="1"/>
  <p:tag name="KSO_WM_DIAGRAM_COLOR_TEXT_CAN_REMOVE" val="n"/>
  <p:tag name="KSO_WM_UNIT_USESOURCEFORMAT_APPLY" val="0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5"/>
  <p:tag name="KSO_WM_UNIT_ID" val="diagram20230921_2*l_h_i*1_3_5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41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0921_2*l_h_f*1_3_1"/>
  <p:tag name="KSO_WM_TEMPLATE_CATEGORY" val="diagram"/>
  <p:tag name="KSO_WM_TEMPLATE_INDEX" val="20230921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VALUE" val="126"/>
  <p:tag name="KSO_WM_DIAGRAM_VERSION" val="3"/>
  <p:tag name="KSO_WM_DIAGRAM_COLOR_TRICK" val="1"/>
  <p:tag name="KSO_WM_DIAGRAM_COLOR_TEXT_CAN_REMOVE" val="n"/>
  <p:tag name="KSO_WM_UNIT_PRESET_TEXT" val="单击此处输入您的项正文，文字是您思想的提炼，请尽量言简意赅的阐述观点。单击此处输入(您的)智能图形项正文，文字是您思想的提炼，请尽量言简意赅的阐述观点。单击此处添加正文，文字是您思想的提炼。"/>
  <p:tag name="KSO_WM_UNIT_TEXT_FILL_FORE_SCHEMECOLOR_INDEX" val="1"/>
  <p:tag name="KSO_WM_UNIT_TEXT_FILL_TYPE" val="1"/>
  <p:tag name="KSO_WM_UNIT_USESOURCEFORMAT_APPLY" val="0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0921_2*l_h_i*1_3_1"/>
  <p:tag name="KSO_WM_TEMPLATE_CATEGORY" val="diagram"/>
  <p:tag name="KSO_WM_TEMPLATE_INDEX" val="20230921"/>
  <p:tag name="KSO_WM_UNIT_LAYERLEVEL" val="1_1_1"/>
  <p:tag name="KSO_WM_TAG_VERSION" val="3.0"/>
  <p:tag name="KSO_WM_UNIT_SUBTYPE" val="d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30921_2*l_h_i*1_3_4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-0.25"/>
  <p:tag name="KSO_WM_UNIT_TEXT_FILL_FORE_SCHEMECOLOR_INDEX" val="2"/>
  <p:tag name="KSO_WM_UNIT_TEXT_FILL_TYPE" val="1"/>
  <p:tag name="KSO_WM_UNIT_USESOURCEFORMAT_APPLY" val="0"/>
</p:tagLst>
</file>

<file path=ppt/tags/tag4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0921_2*l_h_a*1_3_1"/>
  <p:tag name="KSO_WM_TEMPLATE_CATEGORY" val="diagram"/>
  <p:tag name="KSO_WM_TEMPLATE_INDEX" val="20230921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73.70001220703125,&quot;left&quot;:54.450006103515626,&quot;top&quot;:114.82499389648437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DIAGRAM_VERSION" val="3"/>
  <p:tag name="KSO_WM_DIAGRAM_COLOR_TRICK" val="1"/>
  <p:tag name="KSO_WM_DIAGRAM_COLOR_TEXT_CAN_REMOVE" val="n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422.xml><?xml version="1.0" encoding="utf-8"?>
<p:tagLst xmlns:p="http://schemas.openxmlformats.org/presentationml/2006/main">
  <p:tag name="KSO_WM_BEAUTIFY_FLAG" val="#wm#"/>
  <p:tag name="KSO_WM_TEMPLATE_CATEGORY" val="custom"/>
  <p:tag name="KSO_WM_TEMPLATE_INDEX" val="20238617"/>
  <p:tag name="KSO_WM_SPECIAL_SOURCE" val="bdnull"/>
  <p:tag name="KSO_WM_SLIDE_ID" val="diagram20230921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l1-1"/>
  <p:tag name="KSO_WM_SLIDE_DIAGTYPE" val="l"/>
  <p:tag name="KSO_WM_TAG_VERSION" val="3.0"/>
  <p:tag name="KSO_WM_SLIDE_LAYOUT" val="a_l"/>
  <p:tag name="KSO_WM_SLIDE_LAYOUT_CNT" val="1_1"/>
  <p:tag name="KSO_WM_SLIDE_TYPE" val="text"/>
  <p:tag name="KSO_WM_SLIDE_SUBTYPE" val="diag"/>
  <p:tag name="KSO_WM_SLIDE_SIZE" val="848.25*372.85"/>
  <p:tag name="KSO_WM_SLIDE_POSITION" val="55.6*115.25"/>
</p:tagLst>
</file>

<file path=ppt/tags/tag42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PRESET_TEXT" val="添加章节标题"/>
  <p:tag name="KSO_WM_UNIT_TEXT_TYPE" val="1"/>
</p:tagLst>
</file>

<file path=ppt/tags/tag42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7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VALUE" val="6"/>
  <p:tag name="KSO_WM_UNIT_PRESET_TEXT_INDEX" val="-1"/>
  <p:tag name="KSO_WM_UNIT_PRESET_TEXT_LEN" val="0"/>
</p:tagLst>
</file>

<file path=ppt/tags/tag425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7"/>
  <p:tag name="KSO_WM_SLIDE_ID" val="custom20238617_7"/>
  <p:tag name="KSO_WM_TEMPLATE_MASTER_TYPE" val="0"/>
  <p:tag name="KSO_WM_SLIDE_LAYOUT" val="a_e"/>
  <p:tag name="KSO_WM_SLIDE_LAYOUT_CNT" val="1_1"/>
</p:tagLst>
</file>

<file path=ppt/tags/tag4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989_1*a*1"/>
  <p:tag name="KSO_WM_TEMPLATE_CATEGORY" val="custom"/>
  <p:tag name="KSO_WM_TEMPLATE_INDEX" val="20234989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TEXT_FILL_FORE_SCHEMECOLOR_INDEX" val="13"/>
  <p:tag name="KSO_WM_UNIT_TEXT_FILL_TYPE" val="1"/>
  <p:tag name="KSO_WM_UNIT_USESOURCEFORMAT_APPLY" val="0"/>
  <p:tag name="KSO_WM_UNIT_PRESET_TEXT" val="单击此处添加标题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4989_1*i*2"/>
  <p:tag name="KSO_WM_TEMPLATE_CATEGORY" val="custom"/>
  <p:tag name="KSO_WM_TEMPLATE_INDEX" val="20234989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5677_2*l_h_i*1_1_1"/>
  <p:tag name="KSO_WM_TEMPLATE_CATEGORY" val="diagram"/>
  <p:tag name="KSO_WM_TEMPLATE_INDEX" val="2023567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.4"/>
  <p:tag name="KSO_WM_DIAGRAM_MAX_ITEMCNT" val="3"/>
  <p:tag name="KSO_WM_DIAGRAM_MIN_ITEMCNT" val="2"/>
  <p:tag name="KSO_WM_DIAGRAM_VIRTUALLY_FRAME" val="{&quot;height&quot;:120.10346609280805,&quot;left&quot;:47.2,&quot;top&quot;:124.69653390719195,&quot;width&quot;:864}"/>
  <p:tag name="KSO_WM_DIAGRAM_COLOR_MATCH_VALUE" val="{&quot;shape&quot;:{&quot;fill&quot;:{&quot;solid&quot;:{&quot;brightness&quot;:0.4000000059604645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nb"/>
  <p:tag name="KSO_WM_UNIT_TYPE" val="l_h_i"/>
  <p:tag name="KSO_WM_UNIT_INDEX" val="1_1_2"/>
  <p:tag name="KSO_WM_UNIT_ID" val="diagram20235677_2*l_h_i*1_1_2"/>
  <p:tag name="KSO_WM_TEMPLATE_CATEGORY" val="diagram"/>
  <p:tag name="KSO_WM_TEMPLATE_INDEX" val="2023567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EXT_FILL_FORE_SCHEMECOLOR_INDEX" val="1"/>
  <p:tag name="KSO_WM_UNIT_TEXT_FILL_TYPE" val="1"/>
  <p:tag name="KSO_WM_DIAGRAM_MAX_ITEMCNT" val="3"/>
  <p:tag name="KSO_WM_DIAGRAM_MIN_ITEMCNT" val="2"/>
  <p:tag name="KSO_WM_DIAGRAM_VIRTUALLY_FRAME" val="{&quot;height&quot;:120.10346609280805,&quot;left&quot;:47.2,&quot;top&quot;:124.69653390719195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30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677_2*l_h_f*1_1_1"/>
  <p:tag name="KSO_WM_TEMPLATE_CATEGORY" val="diagram"/>
  <p:tag name="KSO_WM_TEMPLATE_INDEX" val="2023567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编辑添加正文。"/>
  <p:tag name="KSO_WM_UNIT_TEXT_FILL_FORE_SCHEMECOLOR_INDEX" val="1"/>
  <p:tag name="KSO_WM_UNIT_TEXT_FILL_TYPE" val="1"/>
  <p:tag name="KSO_WM_UNIT_TEXT_TYPE" val="1"/>
  <p:tag name="KSO_WM_DIAGRAM_MAX_ITEMCNT" val="3"/>
  <p:tag name="KSO_WM_DIAGRAM_MIN_ITEMCNT" val="2"/>
  <p:tag name="KSO_WM_DIAGRAM_VIRTUALLY_FRAME" val="{&quot;height&quot;:120.10346609280805,&quot;left&quot;:47.2,&quot;top&quot;:124.69653390719195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5677_2*l_h_i*1_3_1"/>
  <p:tag name="KSO_WM_TEMPLATE_CATEGORY" val="diagram"/>
  <p:tag name="KSO_WM_TEMPLATE_INDEX" val="2023567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.4"/>
  <p:tag name="KSO_WM_DIAGRAM_MAX_ITEMCNT" val="3"/>
  <p:tag name="KSO_WM_DIAGRAM_MIN_ITEMCNT" val="2"/>
  <p:tag name="KSO_WM_DIAGRAM_VIRTUALLY_FRAME" val="{&quot;height&quot;:120.10346609280805,&quot;left&quot;:47.2,&quot;top&quot;:124.69653390719195,&quot;width&quot;:864}"/>
  <p:tag name="KSO_WM_DIAGRAM_COLOR_MATCH_VALUE" val="{&quot;shape&quot;:{&quot;fill&quot;:{&quot;solid&quot;:{&quot;brightness&quot;:0.4000000059604645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nb"/>
  <p:tag name="KSO_WM_UNIT_TYPE" val="l_h_i"/>
  <p:tag name="KSO_WM_UNIT_INDEX" val="1_3_2"/>
  <p:tag name="KSO_WM_UNIT_ID" val="diagram20235677_2*l_h_i*1_3_2"/>
  <p:tag name="KSO_WM_TEMPLATE_CATEGORY" val="diagram"/>
  <p:tag name="KSO_WM_TEMPLATE_INDEX" val="2023567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EXT_FILL_FORE_SCHEMECOLOR_INDEX" val="1"/>
  <p:tag name="KSO_WM_UNIT_TEXT_FILL_TYPE" val="1"/>
  <p:tag name="KSO_WM_DIAGRAM_MAX_ITEMCNT" val="3"/>
  <p:tag name="KSO_WM_DIAGRAM_MIN_ITEMCNT" val="2"/>
  <p:tag name="KSO_WM_DIAGRAM_VIRTUALLY_FRAME" val="{&quot;height&quot;:120.10346609280805,&quot;left&quot;:47.2,&quot;top&quot;:124.69653390719195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33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677_2*l_h_f*1_3_1"/>
  <p:tag name="KSO_WM_TEMPLATE_CATEGORY" val="diagram"/>
  <p:tag name="KSO_WM_TEMPLATE_INDEX" val="2023567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编辑添加正文。"/>
  <p:tag name="KSO_WM_UNIT_TEXT_FILL_FORE_SCHEMECOLOR_INDEX" val="1"/>
  <p:tag name="KSO_WM_UNIT_TEXT_FILL_TYPE" val="1"/>
  <p:tag name="KSO_WM_UNIT_TEXT_TYPE" val="1"/>
  <p:tag name="KSO_WM_DIAGRAM_MAX_ITEMCNT" val="3"/>
  <p:tag name="KSO_WM_DIAGRAM_MIN_ITEMCNT" val="2"/>
  <p:tag name="KSO_WM_DIAGRAM_VIRTUALLY_FRAME" val="{&quot;height&quot;:120.10346609280805,&quot;left&quot;:47.2,&quot;top&quot;:124.69653390719195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5677_2*l_h_i*1_2_1"/>
  <p:tag name="KSO_WM_TEMPLATE_CATEGORY" val="diagram"/>
  <p:tag name="KSO_WM_TEMPLATE_INDEX" val="2023567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.4"/>
  <p:tag name="KSO_WM_DIAGRAM_MAX_ITEMCNT" val="3"/>
  <p:tag name="KSO_WM_DIAGRAM_MIN_ITEMCNT" val="2"/>
  <p:tag name="KSO_WM_DIAGRAM_VIRTUALLY_FRAME" val="{&quot;height&quot;:120.10346609280805,&quot;left&quot;:47.2,&quot;top&quot;:124.69653390719195,&quot;width&quot;:864}"/>
  <p:tag name="KSO_WM_DIAGRAM_COLOR_MATCH_VALUE" val="{&quot;shape&quot;:{&quot;fill&quot;:{&quot;solid&quot;:{&quot;brightness&quot;:0.4000000059604645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nb"/>
  <p:tag name="KSO_WM_UNIT_TYPE" val="l_h_i"/>
  <p:tag name="KSO_WM_UNIT_INDEX" val="1_2_2"/>
  <p:tag name="KSO_WM_UNIT_ID" val="diagram20235677_2*l_h_i*1_2_2"/>
  <p:tag name="KSO_WM_TEMPLATE_CATEGORY" val="diagram"/>
  <p:tag name="KSO_WM_TEMPLATE_INDEX" val="2023567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EXT_FILL_FORE_SCHEMECOLOR_INDEX" val="1"/>
  <p:tag name="KSO_WM_UNIT_TEXT_FILL_TYPE" val="1"/>
  <p:tag name="KSO_WM_DIAGRAM_MAX_ITEMCNT" val="3"/>
  <p:tag name="KSO_WM_DIAGRAM_MIN_ITEMCNT" val="2"/>
  <p:tag name="KSO_WM_DIAGRAM_VIRTUALLY_FRAME" val="{&quot;height&quot;:120.10346609280805,&quot;left&quot;:47.2,&quot;top&quot;:124.69653390719195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36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677_2*l_h_f*1_2_1"/>
  <p:tag name="KSO_WM_TEMPLATE_CATEGORY" val="diagram"/>
  <p:tag name="KSO_WM_TEMPLATE_INDEX" val="2023567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编辑添加正文。"/>
  <p:tag name="KSO_WM_UNIT_TEXT_FILL_FORE_SCHEMECOLOR_INDEX" val="1"/>
  <p:tag name="KSO_WM_UNIT_TEXT_FILL_TYPE" val="1"/>
  <p:tag name="KSO_WM_UNIT_TEXT_TYPE" val="1"/>
  <p:tag name="KSO_WM_DIAGRAM_MAX_ITEMCNT" val="3"/>
  <p:tag name="KSO_WM_DIAGRAM_MIN_ITEMCNT" val="2"/>
  <p:tag name="KSO_WM_DIAGRAM_VIRTUALLY_FRAME" val="{&quot;height&quot;:120.10346609280805,&quot;left&quot;:47.2,&quot;top&quot;:124.69653390719195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37.xml><?xml version="1.0" encoding="utf-8"?>
<p:tagLst xmlns:p="http://schemas.openxmlformats.org/presentationml/2006/main">
  <p:tag name="KSO_WM_SLIDE_ID" val="custom20234989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617"/>
  <p:tag name="KSO_WM_SLIDE_TYPE" val="text"/>
  <p:tag name="KSO_WM_SLIDE_SUBTYPE" val="picTxt"/>
  <p:tag name="KSO_WM_SLIDE_SIZE" val="864.05*120.057"/>
  <p:tag name="KSO_WM_SLIDE_POSITION" val="47.2*124.697"/>
  <p:tag name="KSO_WM_SLIDE_LAYOUT" val="a_α_l"/>
  <p:tag name="KSO_WM_SLIDE_LAYOUT_CNT" val="1_2_1"/>
  <p:tag name="KSO_WM_SPECIAL_SOURCE" val="bdnull"/>
  <p:tag name="KSO_WM_DIAGRAM_GROUP_CODE" val="l1-1"/>
  <p:tag name="KSO_WM_SLIDE_DIAGTYPE" val="l"/>
  <p:tag name="resource_record_key" val="{&quot;13&quot;:[4364924],&quot;65&quot;:[3]}"/>
</p:tagLst>
</file>

<file path=ppt/tags/tag4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PRESET_TEXT" val="添加章节标题"/>
  <p:tag name="KSO_WM_UNIT_TEXT_TYPE" val="1"/>
</p:tagLst>
</file>

<file path=ppt/tags/tag439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7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VALUE" val="6"/>
  <p:tag name="KSO_WM_UNIT_PRESET_TEXT_INDEX" val="-1"/>
  <p:tag name="KSO_WM_UNIT_PRESET_TEXT_LEN" val="0"/>
</p:tagLst>
</file>

<file path=ppt/tags/tag440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7"/>
  <p:tag name="KSO_WM_SLIDE_ID" val="custom20238617_7"/>
  <p:tag name="KSO_WM_TEMPLATE_MASTER_TYPE" val="0"/>
  <p:tag name="KSO_WM_SLIDE_LAYOUT" val="a_e"/>
  <p:tag name="KSO_WM_SLIDE_LAYOUT_CNT" val="1_1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i*1_1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gradient&quot;:[{&quot;brightness&quot;:0,&quot;colorType&quot;:1,&quot;foreColorIndex&quot;:5,&quot;pos&quot;:0.8500000238418579,&quot;transparency&quot;:1},{&quot;brightness&quot;:0,&quot;colorType&quot;:1,&quot;foreColorIndex&quot;:5,&quot;pos&quot;:0.15000000596046448,&quot;transparency&quot;:1},{&quot;brightness&quot;:0,&quot;colorType&quot;:1,&quot;foreColorIndex&quot;:5,&quot;pos&quot;:0.5099999904632568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i*1_2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a*1"/>
  <p:tag name="KSO_WM_TEMPLATE_CATEGORY" val="diagram"/>
  <p:tag name="KSO_WM_TEMPLATE_INDEX" val="2023149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i*1_3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3"/>
  <p:tag name="KSO_WM_DIAGRAM_VERSION" val="3"/>
  <p:tag name="KSO_WM_DIAGRAM_COLOR_TRICK" val="1"/>
  <p:tag name="KSO_WM_DIAGRAM_COLOR_TEXT_CAN_REMOVE" val="n"/>
  <p:tag name="KSO_WM_UNIT_FILL_TYPE" val="1"/>
  <p:tag name="KSO_WM_UNIT_FILL_FORE_SCHEMECOLOR_INDEX" val="14"/>
  <p:tag name="KSO_WM_UNIT_FILL_FORE_SCHEMECOLOR_INDEX_BRIGHTNESS" val="0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i*1_4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4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gradient&quot;:[{&quot;brightness&quot;:0,&quot;colorType&quot;:1,&quot;foreColorIndex&quot;:5,&quot;pos&quot;:0.7400000095367432,&quot;transparency&quot;:0.15000000596046448},{&quot;brightness&quot;:0,&quot;colorType&quot;:1,&quot;foreColorIndex&quot;:5,&quot;pos&quot;:0.10000000149011612,&quot;transparency&quot;:0.6000000238418579}],&quot;type&quot;:3},&quot;glow&quot;:{&quot;colorType&quot;:0},&quot;line&quot;:{&quot;type&quot;:0},&quot;shadow&quot;:{&quot;brightness&quot;:-0.5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i*1_5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,&quot;transparency&quot;:0.33000001311302185},{&quot;brightness&quot;:0.800000011920929,&quot;colorType&quot;:1,&quot;foreColorIndex&quot;:5,&quot;pos&quot;:1,&quot;transparency&quot;:0.4699999988079071}],&quot;type&quot;:2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x*1_1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UNIT_VALUE" val="254*254"/>
  <p:tag name="KSO_WM_DIAGRAM_GROUP_CODE" val="l1-1"/>
  <p:tag name="KSO_WM_UNIT_TYPE" val="l_x"/>
  <p:tag name="KSO_WM_UNIT_INDEX" val="1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i*1_6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6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370000004768371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i*1_7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7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4499999880790710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h_f*1_1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RICK" val="1"/>
  <p:tag name="KSO_WM_DIAGRAM_COLOR_TEXT_CAN_REMOVE" val="n"/>
  <p:tag name="KSO_WM_UNIT_PRESET_TEXT" val="添加文本具体内容，可酌情增减文字，以便观者准确地理解您传达的思想添加文本具体内容，简明扼要地阐述观点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h_i*1_1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type&quot;:0},&quot;glow&quot;:{&quot;colorType&quot;:0},&quot;line&quot;:{&quot;type&quot;:0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h_a*1_1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UNIT_PRESET_TEXT" val="添加标题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solidLine&quot;:{&quot;brightness&quot;:0,&quot;colorType&quot;:1,&quot;foreColorIndex&quot;:5,&quot;transparency&quot;:0.699999988079071},&quot;type&quot;:1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USESOURCEFORMAT_APPLY" val="0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h_f*1_2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UNIT_PRESET_TEXT" val="添加文本具体内容，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h_i*1_2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type&quot;:0},&quot;glow&quot;:{&quot;colorType&quot;:0},&quot;line&quot;:{&quot;type&quot;:0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h_a*1_2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DIAGRAM_VERSION" val="3"/>
  <p:tag name="KSO_WM_DIAGRAM_COLOR_TRICK" val="1"/>
  <p:tag name="KSO_WM_DIAGRAM_COLOR_TEXT_CAN_REMOVE" val="n"/>
  <p:tag name="KSO_WM_UNIT_PRESET_TEXT" val="添加标题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solidLine&quot;:{&quot;brightness&quot;:0,&quot;colorType&quot;:1,&quot;foreColorIndex&quot;:5,&quot;transparency&quot;:0.699999988079071},&quot;type&quot;:1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USESOURCEFORMAT_APPLY" val="0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h_f*1_4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RICK" val="1"/>
  <p:tag name="KSO_WM_DIAGRAM_COLOR_TEXT_CAN_REMOVE" val="n"/>
  <p:tag name="KSO_WM_UNIT_PRESET_TEXT" val="添加文本具体内容，可酌情增减文字，以便观者准确地理解您传达的思想添加文本具体内容，简明扼要地阐述观点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h_i*1_4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type&quot;:0},&quot;glow&quot;:{&quot;colorType&quot;:0},&quot;line&quot;:{&quot;type&quot;:0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h_a*1_4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4_1"/>
  <p:tag name="KSO_WM_DIAGRAM_VERSION" val="3"/>
  <p:tag name="KSO_WM_DIAGRAM_COLOR_TRICK" val="1"/>
  <p:tag name="KSO_WM_DIAGRAM_COLOR_TEXT_CAN_REMOVE" val="n"/>
  <p:tag name="KSO_WM_UNIT_PRESET_TEXT" val="添加标题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solidLine&quot;:{&quot;brightness&quot;:0,&quot;colorType&quot;:1,&quot;foreColorIndex&quot;:5,&quot;transparency&quot;:0.699999988079071},&quot;type&quot;:1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USESOURCEFORMAT_APPLY" val="0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h_f*1_3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UNIT_PRESET_TEXT" val="添加文本具体内容，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h_i*1_3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type&quot;:0},&quot;glow&quot;:{&quot;colorType&quot;:0},&quot;line&quot;:{&quot;type&quot;:0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3*l_h_a*1_3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DIAGRAM_VERSION" val="3"/>
  <p:tag name="KSO_WM_DIAGRAM_COLOR_TRICK" val="1"/>
  <p:tag name="KSO_WM_DIAGRAM_COLOR_TEXT_CAN_REMOVE" val="n"/>
  <p:tag name="KSO_WM_UNIT_PRESET_TEXT" val="添加标题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3,&quot;left&quot;:54.225006103515625,&quot;top&quot;:145.55,&quot;width&quot;:872.7249938964844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solidLine&quot;:{&quot;brightness&quot;:0,&quot;colorType&quot;:1,&quot;foreColorIndex&quot;:5,&quot;transparency&quot;:0.699999988079071},&quot;type&quot;:1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USESOURCEFORMAT_APPLY" val="0"/>
</p:tagLst>
</file>

<file path=ppt/tags/tag462.xml><?xml version="1.0" encoding="utf-8"?>
<p:tagLst xmlns:p="http://schemas.openxmlformats.org/presentationml/2006/main">
  <p:tag name="KSO_WM_SLIDE_ID" val="diagram20231496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8617"/>
  <p:tag name="KSO_WM_DIAGRAM_GROUP_CODE" val="l1-1"/>
  <p:tag name="KSO_WM_SLIDE_DIAGTYPE" val="l"/>
  <p:tag name="KSO_WM_SLIDE_LAYOUT" val="a_l"/>
  <p:tag name="KSO_WM_SLIDE_LAYOUT_CNT" val="1_1"/>
  <p:tag name="KSO_WM_SLIDE_TYPE" val="text"/>
  <p:tag name="KSO_WM_SLIDE_SUBTYPE" val="diag"/>
  <p:tag name="KSO_WM_SLIDE_SIZE" val="850.4*322.3"/>
  <p:tag name="KSO_WM_SLIDE_POSITION" val="54.8*145.55"/>
</p:tagLst>
</file>

<file path=ppt/tags/tag46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</p:tagLst>
</file>

<file path=ppt/tags/tag46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17_9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VALUE" val="22"/>
  <p:tag name="KSO_WM_UNIT_TEXT_TYPE" val="1"/>
  <p:tag name="KSO_WM_UNIT_PRESET_TEXT" val="单击此处添加副标题内容"/>
</p:tagLst>
</file>

<file path=ppt/tags/tag465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17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TEXT_LAYER_COUNT" val="1"/>
  <p:tag name="KSO_WM_UNIT_VALUE" val="22"/>
</p:tagLst>
</file>

<file path=ppt/tags/tag466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9"/>
  <p:tag name="KSO_WM_SLIDE_ID" val="custom20238617_9"/>
  <p:tag name="KSO_WM_TEMPLATE_MASTER_TYPE" val="0"/>
  <p:tag name="KSO_WM_SLIDE_LAYOUT" val="a_b_f"/>
  <p:tag name="KSO_WM_SLIDE_LAYOUT_CNT" val="1_1_1"/>
</p:tagLst>
</file>

<file path=ppt/theme/theme1.xml><?xml version="1.0" encoding="utf-8"?>
<a:theme xmlns:a="http://schemas.openxmlformats.org/drawingml/2006/main" name="1_Office 主题​​">
  <a:themeElements>
    <a:clrScheme name="自定义 1121">
      <a:dk1>
        <a:srgbClr val="000000"/>
      </a:dk1>
      <a:lt1>
        <a:srgbClr val="FFFFFF"/>
      </a:lt1>
      <a:dk2>
        <a:srgbClr val="020E44"/>
      </a:dk2>
      <a:lt2>
        <a:srgbClr val="F2F5FF"/>
      </a:lt2>
      <a:accent1>
        <a:srgbClr val="4365F9"/>
      </a:accent1>
      <a:accent2>
        <a:srgbClr val="6385F5"/>
      </a:accent2>
      <a:accent3>
        <a:srgbClr val="64ABEC"/>
      </a:accent3>
      <a:accent4>
        <a:srgbClr val="5C72C6"/>
      </a:accent4>
      <a:accent5>
        <a:srgbClr val="A57EE0"/>
      </a:accent5>
      <a:accent6>
        <a:srgbClr val="4FBFDC"/>
      </a:accent6>
      <a:hlink>
        <a:srgbClr val="0026E5"/>
      </a:hlink>
      <a:folHlink>
        <a:srgbClr val="7E1FAD"/>
      </a:folHlink>
    </a:clrScheme>
    <a:fontScheme name="自定义 2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74000">
              <a:schemeClr val="accent1"/>
            </a:gs>
            <a:gs pos="0">
              <a:schemeClr val="accent2">
                <a:alpha val="18000"/>
              </a:schemeClr>
            </a:gs>
          </a:gsLst>
          <a:lin ang="10800000" scaled="0"/>
          <a:tileRect/>
        </a:gradFill>
        <a:ln>
          <a:noFill/>
        </a:ln>
      </a:spPr>
      <a:bodyPr vertOverflow="overflow" horzOverflow="overflow" vert="horz" wrap="square" numCol="1" spcCol="0" rtlCol="0" fromWordArt="0" anchor="ctr" anchorCtr="0" compatLnSpc="1">
        <a:noAutofit/>
      </a:bodyPr>
      <a:lstStyle>
        <a:defPPr lvl="0" algn="ctr">
          <a:buClrTx/>
          <a:buSzTx/>
          <a:buFontTx/>
          <a:defRPr lang="zh-CN" altLang="en-US" dirty="0">
            <a:cs typeface="微软雅黑" panose="020B0503020204020204" charset="-122"/>
            <a:sym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蓝白色几何通用模板">
  <a:themeElements>
    <a:clrScheme name="自定义 152">
      <a:dk1>
        <a:srgbClr val="000000"/>
      </a:dk1>
      <a:lt1>
        <a:srgbClr val="FFFFFF"/>
      </a:lt1>
      <a:dk2>
        <a:srgbClr val="00275C"/>
      </a:dk2>
      <a:lt2>
        <a:srgbClr val="F8F8F8"/>
      </a:lt2>
      <a:accent1>
        <a:srgbClr val="3589FF"/>
      </a:accent1>
      <a:accent2>
        <a:srgbClr val="7582FF"/>
      </a:accent2>
      <a:accent3>
        <a:srgbClr val="9B69FF"/>
      </a:accent3>
      <a:accent4>
        <a:srgbClr val="00ACE2"/>
      </a:accent4>
      <a:accent5>
        <a:srgbClr val="00C0CC"/>
      </a:accent5>
      <a:accent6>
        <a:srgbClr val="00CABA"/>
      </a:accent6>
      <a:hlink>
        <a:srgbClr val="0563C1"/>
      </a:hlink>
      <a:folHlink>
        <a:srgbClr val="954F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简约风通用箭头职场办公">
  <a:themeElements>
    <a:clrScheme name="蓝色通用箭头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E62DF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3549</Words>
  <Application>WPS 演示</Application>
  <PresentationFormat>宽屏</PresentationFormat>
  <Paragraphs>166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Wingdings</vt:lpstr>
      <vt:lpstr>思源黑体 CN Regular</vt:lpstr>
      <vt:lpstr>黑体</vt:lpstr>
      <vt:lpstr>Arial Unicode MS</vt:lpstr>
      <vt:lpstr>Calibri</vt:lpstr>
      <vt:lpstr>1_Office 主题​​</vt:lpstr>
      <vt:lpstr>简约风蓝白色几何通用模板</vt:lpstr>
      <vt:lpstr>简约风通用箭头职场办公</vt:lpstr>
      <vt:lpstr>Fundus Vessel Segmentation: Enhancing U-Net with Transformer in the Bottleneck</vt:lpstr>
      <vt:lpstr>PowerPoint 演示文稿</vt:lpstr>
      <vt:lpstr>Research Background and Problems </vt:lpstr>
      <vt:lpstr>PART 01</vt:lpstr>
      <vt:lpstr>Solution and Model Comparison </vt:lpstr>
      <vt:lpstr>PART 02</vt:lpstr>
      <vt:lpstr>Expected Performance and Core Advantages </vt:lpstr>
      <vt:lpstr>PART 03</vt:lpstr>
      <vt:lpstr>Experimental Design and Validation </vt:lpstr>
      <vt:lpstr>PART 04</vt:lpstr>
      <vt:lpstr>Research Significance and Conclusion </vt:lpstr>
      <vt:lpstr>PART 05</vt:lpstr>
      <vt:lpstr>Thank you for your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董祎智</dc:creator>
  <cp:lastModifiedBy>AAA光影</cp:lastModifiedBy>
  <cp:revision>6</cp:revision>
  <dcterms:created xsi:type="dcterms:W3CDTF">2023-08-09T12:44:00Z</dcterms:created>
  <dcterms:modified xsi:type="dcterms:W3CDTF">2025-12-12T06:01:14Z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3FC958F127B84F709425A9BFF407B37E_12</vt:lpwstr>
  </property>
</Properties>
</file>